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147483640" r:id="rId10"/>
    <p:sldId id="2147483237" r:id="rId11"/>
    <p:sldId id="2147483238" r:id="rId12"/>
    <p:sldId id="2147483239" r:id="rId13"/>
    <p:sldId id="260" r:id="rId14"/>
    <p:sldId id="2147483641" r:id="rId15"/>
    <p:sldId id="261" r:id="rId16"/>
    <p:sldId id="2147483637" r:id="rId17"/>
    <p:sldId id="2147483639" r:id="rId18"/>
    <p:sldId id="2147483642" r:id="rId19"/>
    <p:sldId id="214748364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EB9C"/>
    <a:srgbClr val="B7DEE8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6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9FF026-5CAB-4304-9748-06836E61A866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DE6EB1F9-CCB3-4241-A8B2-8CEFF8D795CB}">
      <dgm:prSet phldrT="[Text]"/>
      <dgm:spPr>
        <a:solidFill>
          <a:schemeClr val="accent2"/>
        </a:solidFill>
      </dgm:spPr>
      <dgm:t>
        <a:bodyPr/>
        <a:lstStyle/>
        <a:p>
          <a:r>
            <a:rPr lang="en-CA" dirty="0"/>
            <a:t>IGs</a:t>
          </a:r>
        </a:p>
      </dgm:t>
    </dgm:pt>
    <dgm:pt modelId="{69BC001D-944C-4A30-A7B8-B8D69C15D9D6}" type="parTrans" cxnId="{6ECCE027-A6A0-42D6-941C-5A2C9C256701}">
      <dgm:prSet/>
      <dgm:spPr/>
      <dgm:t>
        <a:bodyPr/>
        <a:lstStyle/>
        <a:p>
          <a:endParaRPr lang="en-CA"/>
        </a:p>
      </dgm:t>
    </dgm:pt>
    <dgm:pt modelId="{66E7D1F5-38B8-4310-842B-F6D144FBFCDF}" type="sibTrans" cxnId="{6ECCE027-A6A0-42D6-941C-5A2C9C256701}">
      <dgm:prSet/>
      <dgm:spPr>
        <a:solidFill>
          <a:srgbClr val="7030A0"/>
        </a:solidFill>
      </dgm:spPr>
      <dgm:t>
        <a:bodyPr/>
        <a:lstStyle/>
        <a:p>
          <a:endParaRPr lang="en-CA"/>
        </a:p>
      </dgm:t>
    </dgm:pt>
    <dgm:pt modelId="{9980857C-5114-4012-B4FF-6419E6A8B4CD}">
      <dgm:prSet phldrT="[Text]" phldr="1"/>
      <dgm:spPr/>
      <dgm:t>
        <a:bodyPr/>
        <a:lstStyle/>
        <a:p>
          <a:endParaRPr lang="en-CA"/>
        </a:p>
      </dgm:t>
    </dgm:pt>
    <dgm:pt modelId="{6A20A1EB-308C-47AD-B3BC-26CE9D3F1052}" type="parTrans" cxnId="{0BF77C81-169A-4090-A916-3EC1EE5B79FB}">
      <dgm:prSet/>
      <dgm:spPr/>
      <dgm:t>
        <a:bodyPr/>
        <a:lstStyle/>
        <a:p>
          <a:endParaRPr lang="en-CA"/>
        </a:p>
      </dgm:t>
    </dgm:pt>
    <dgm:pt modelId="{49E5CF0B-E149-4C1B-958D-CFBC1B3A6092}" type="sibTrans" cxnId="{0BF77C81-169A-4090-A916-3EC1EE5B79FB}">
      <dgm:prSet/>
      <dgm:spPr/>
      <dgm:t>
        <a:bodyPr/>
        <a:lstStyle/>
        <a:p>
          <a:endParaRPr lang="en-CA"/>
        </a:p>
      </dgm:t>
    </dgm:pt>
    <dgm:pt modelId="{757D2285-5AD3-48D5-A30B-A1475F757A46}">
      <dgm:prSet phldrT="[Text]"/>
      <dgm:spPr/>
      <dgm:t>
        <a:bodyPr/>
        <a:lstStyle/>
        <a:p>
          <a:r>
            <a:rPr lang="en-CA" dirty="0"/>
            <a:t>are</a:t>
          </a:r>
        </a:p>
      </dgm:t>
    </dgm:pt>
    <dgm:pt modelId="{2BD43D25-3DD4-42A8-A1BF-F1BB357AE73B}" type="parTrans" cxnId="{A81F8D4D-BC6E-4624-96CF-CC06CEFAC2C4}">
      <dgm:prSet/>
      <dgm:spPr/>
      <dgm:t>
        <a:bodyPr/>
        <a:lstStyle/>
        <a:p>
          <a:endParaRPr lang="en-CA"/>
        </a:p>
      </dgm:t>
    </dgm:pt>
    <dgm:pt modelId="{9A0D36BF-F080-4DAC-B7A8-50E376B2A202}" type="sibTrans" cxnId="{A81F8D4D-BC6E-4624-96CF-CC06CEFAC2C4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endParaRPr lang="en-CA"/>
        </a:p>
      </dgm:t>
    </dgm:pt>
    <dgm:pt modelId="{14D61FD9-A2EC-4EE8-BAD6-8971FAE0D99D}">
      <dgm:prSet phldrT="[Text]" phldr="1"/>
      <dgm:spPr/>
      <dgm:t>
        <a:bodyPr/>
        <a:lstStyle/>
        <a:p>
          <a:endParaRPr lang="en-CA"/>
        </a:p>
      </dgm:t>
    </dgm:pt>
    <dgm:pt modelId="{E86D932C-3B85-48EB-8694-9299A9C9F837}" type="parTrans" cxnId="{F94F8DAE-6783-41DB-A172-B4B4410A4677}">
      <dgm:prSet/>
      <dgm:spPr/>
      <dgm:t>
        <a:bodyPr/>
        <a:lstStyle/>
        <a:p>
          <a:endParaRPr lang="en-CA"/>
        </a:p>
      </dgm:t>
    </dgm:pt>
    <dgm:pt modelId="{995CFC3E-A9C9-4474-B37D-9251FDA33630}" type="sibTrans" cxnId="{F94F8DAE-6783-41DB-A172-B4B4410A4677}">
      <dgm:prSet/>
      <dgm:spPr/>
      <dgm:t>
        <a:bodyPr/>
        <a:lstStyle/>
        <a:p>
          <a:endParaRPr lang="en-CA"/>
        </a:p>
      </dgm:t>
    </dgm:pt>
    <dgm:pt modelId="{7B251DE8-F897-4A83-9BA6-365DA27C4CB9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CA"/>
            <a:t>awesome</a:t>
          </a:r>
        </a:p>
      </dgm:t>
    </dgm:pt>
    <dgm:pt modelId="{F3506028-EA47-424A-ACB4-85B7643BF101}" type="parTrans" cxnId="{B2473CFF-ED84-4F13-B95F-6A2E2DCC12AE}">
      <dgm:prSet/>
      <dgm:spPr/>
      <dgm:t>
        <a:bodyPr/>
        <a:lstStyle/>
        <a:p>
          <a:endParaRPr lang="en-CA"/>
        </a:p>
      </dgm:t>
    </dgm:pt>
    <dgm:pt modelId="{BC536BF2-A04F-4FE5-ACA4-579ADB6645FA}" type="sibTrans" cxnId="{B2473CFF-ED84-4F13-B95F-6A2E2DCC12AE}">
      <dgm:prSet/>
      <dgm:spPr>
        <a:solidFill>
          <a:srgbClr val="FF0000"/>
        </a:solidFill>
      </dgm:spPr>
      <dgm:t>
        <a:bodyPr/>
        <a:lstStyle/>
        <a:p>
          <a:endParaRPr lang="en-CA"/>
        </a:p>
      </dgm:t>
    </dgm:pt>
    <dgm:pt modelId="{35D6D04A-A64C-4B20-B1C2-19DD037692E2}">
      <dgm:prSet phldrT="[Text]" phldr="1"/>
      <dgm:spPr/>
      <dgm:t>
        <a:bodyPr/>
        <a:lstStyle/>
        <a:p>
          <a:endParaRPr lang="en-CA"/>
        </a:p>
      </dgm:t>
    </dgm:pt>
    <dgm:pt modelId="{938F04F8-75D7-4B70-8330-FA5E1B9560C0}" type="parTrans" cxnId="{3202E229-C387-4CD2-8667-F4DD014E10F6}">
      <dgm:prSet/>
      <dgm:spPr/>
      <dgm:t>
        <a:bodyPr/>
        <a:lstStyle/>
        <a:p>
          <a:endParaRPr lang="en-CA"/>
        </a:p>
      </dgm:t>
    </dgm:pt>
    <dgm:pt modelId="{12302510-E136-4777-AB09-C016B61562AD}" type="sibTrans" cxnId="{3202E229-C387-4CD2-8667-F4DD014E10F6}">
      <dgm:prSet/>
      <dgm:spPr/>
      <dgm:t>
        <a:bodyPr/>
        <a:lstStyle/>
        <a:p>
          <a:endParaRPr lang="en-CA"/>
        </a:p>
      </dgm:t>
    </dgm:pt>
    <dgm:pt modelId="{0296AC39-9A43-4A2E-8ACA-9A576277BB9E}" type="pres">
      <dgm:prSet presAssocID="{7B9FF026-5CAB-4304-9748-06836E61A866}" presName="Name0" presStyleCnt="0">
        <dgm:presLayoutVars>
          <dgm:chMax/>
          <dgm:chPref/>
          <dgm:dir/>
          <dgm:animLvl val="lvl"/>
        </dgm:presLayoutVars>
      </dgm:prSet>
      <dgm:spPr/>
    </dgm:pt>
    <dgm:pt modelId="{45AD7BC3-31B3-4E98-ACDE-C6B178415FC1}" type="pres">
      <dgm:prSet presAssocID="{DE6EB1F9-CCB3-4241-A8B2-8CEFF8D795CB}" presName="composite" presStyleCnt="0"/>
      <dgm:spPr/>
    </dgm:pt>
    <dgm:pt modelId="{F22AB3D3-7148-4592-86DC-69E2CED8824D}" type="pres">
      <dgm:prSet presAssocID="{DE6EB1F9-CCB3-4241-A8B2-8CEFF8D795CB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F85FB133-54E7-4116-BF5D-8BD233B34919}" type="pres">
      <dgm:prSet presAssocID="{DE6EB1F9-CCB3-4241-A8B2-8CEFF8D795CB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05EC6220-18EF-46B0-A8DA-91D1E4E81E50}" type="pres">
      <dgm:prSet presAssocID="{DE6EB1F9-CCB3-4241-A8B2-8CEFF8D795CB}" presName="BalanceSpacing" presStyleCnt="0"/>
      <dgm:spPr/>
    </dgm:pt>
    <dgm:pt modelId="{93389839-FEAE-43FF-B974-951FA495462F}" type="pres">
      <dgm:prSet presAssocID="{DE6EB1F9-CCB3-4241-A8B2-8CEFF8D795CB}" presName="BalanceSpacing1" presStyleCnt="0"/>
      <dgm:spPr/>
    </dgm:pt>
    <dgm:pt modelId="{A9F5F316-838A-4B6C-BCD5-E08F3F0C49C3}" type="pres">
      <dgm:prSet presAssocID="{66E7D1F5-38B8-4310-842B-F6D144FBFCDF}" presName="Accent1Text" presStyleLbl="node1" presStyleIdx="1" presStyleCnt="6"/>
      <dgm:spPr/>
    </dgm:pt>
    <dgm:pt modelId="{64AC01F3-70F8-4234-91F1-64C5A59F1686}" type="pres">
      <dgm:prSet presAssocID="{66E7D1F5-38B8-4310-842B-F6D144FBFCDF}" presName="spaceBetweenRectangles" presStyleCnt="0"/>
      <dgm:spPr/>
    </dgm:pt>
    <dgm:pt modelId="{C6F6A9F6-2456-4E60-9BB3-DB333576FA1F}" type="pres">
      <dgm:prSet presAssocID="{757D2285-5AD3-48D5-A30B-A1475F757A46}" presName="composite" presStyleCnt="0"/>
      <dgm:spPr/>
    </dgm:pt>
    <dgm:pt modelId="{C9A35798-0772-4216-8CCB-899ECA011A51}" type="pres">
      <dgm:prSet presAssocID="{757D2285-5AD3-48D5-A30B-A1475F757A46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D6EB1D52-B5AA-4F54-8D5D-0696CDA0C90C}" type="pres">
      <dgm:prSet presAssocID="{757D2285-5AD3-48D5-A30B-A1475F757A46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B453ED18-0422-415F-BF35-07EFF24089FB}" type="pres">
      <dgm:prSet presAssocID="{757D2285-5AD3-48D5-A30B-A1475F757A46}" presName="BalanceSpacing" presStyleCnt="0"/>
      <dgm:spPr/>
    </dgm:pt>
    <dgm:pt modelId="{14374A99-5950-44F8-B9B4-917AC1256A53}" type="pres">
      <dgm:prSet presAssocID="{757D2285-5AD3-48D5-A30B-A1475F757A46}" presName="BalanceSpacing1" presStyleCnt="0"/>
      <dgm:spPr/>
    </dgm:pt>
    <dgm:pt modelId="{B95B73F6-A841-4DDA-B2BD-F5BA256FD53D}" type="pres">
      <dgm:prSet presAssocID="{9A0D36BF-F080-4DAC-B7A8-50E376B2A202}" presName="Accent1Text" presStyleLbl="node1" presStyleIdx="3" presStyleCnt="6"/>
      <dgm:spPr/>
    </dgm:pt>
    <dgm:pt modelId="{222D7C2C-F71E-4B23-8A0D-9C24EDCC2899}" type="pres">
      <dgm:prSet presAssocID="{9A0D36BF-F080-4DAC-B7A8-50E376B2A202}" presName="spaceBetweenRectangles" presStyleCnt="0"/>
      <dgm:spPr/>
    </dgm:pt>
    <dgm:pt modelId="{CA224A02-E2BD-49F2-92FF-505BE12095F6}" type="pres">
      <dgm:prSet presAssocID="{7B251DE8-F897-4A83-9BA6-365DA27C4CB9}" presName="composite" presStyleCnt="0"/>
      <dgm:spPr/>
    </dgm:pt>
    <dgm:pt modelId="{1D2AC8E7-159B-44BF-9CE2-4449837C8E84}" type="pres">
      <dgm:prSet presAssocID="{7B251DE8-F897-4A83-9BA6-365DA27C4CB9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73ED2255-97BA-495F-9E0D-B5BC447B635D}" type="pres">
      <dgm:prSet presAssocID="{7B251DE8-F897-4A83-9BA6-365DA27C4CB9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94382CFA-F56E-4CFE-981B-07AA6F0E405F}" type="pres">
      <dgm:prSet presAssocID="{7B251DE8-F897-4A83-9BA6-365DA27C4CB9}" presName="BalanceSpacing" presStyleCnt="0"/>
      <dgm:spPr/>
    </dgm:pt>
    <dgm:pt modelId="{D5344056-AA6F-4961-94DD-E6060438E83F}" type="pres">
      <dgm:prSet presAssocID="{7B251DE8-F897-4A83-9BA6-365DA27C4CB9}" presName="BalanceSpacing1" presStyleCnt="0"/>
      <dgm:spPr/>
    </dgm:pt>
    <dgm:pt modelId="{5C447899-5C47-44D2-B5A2-A9618FB7A98E}" type="pres">
      <dgm:prSet presAssocID="{BC536BF2-A04F-4FE5-ACA4-579ADB6645FA}" presName="Accent1Text" presStyleLbl="node1" presStyleIdx="5" presStyleCnt="6"/>
      <dgm:spPr/>
    </dgm:pt>
  </dgm:ptLst>
  <dgm:cxnLst>
    <dgm:cxn modelId="{AE46CC14-CB4A-41B1-A7FF-DE2863BB04EE}" type="presOf" srcId="{BC536BF2-A04F-4FE5-ACA4-579ADB6645FA}" destId="{5C447899-5C47-44D2-B5A2-A9618FB7A98E}" srcOrd="0" destOrd="0" presId="urn:microsoft.com/office/officeart/2008/layout/AlternatingHexagons"/>
    <dgm:cxn modelId="{C2B6DA25-796C-466E-8135-66FDDE2950D2}" type="presOf" srcId="{DE6EB1F9-CCB3-4241-A8B2-8CEFF8D795CB}" destId="{F22AB3D3-7148-4592-86DC-69E2CED8824D}" srcOrd="0" destOrd="0" presId="urn:microsoft.com/office/officeart/2008/layout/AlternatingHexagons"/>
    <dgm:cxn modelId="{6ECCE027-A6A0-42D6-941C-5A2C9C256701}" srcId="{7B9FF026-5CAB-4304-9748-06836E61A866}" destId="{DE6EB1F9-CCB3-4241-A8B2-8CEFF8D795CB}" srcOrd="0" destOrd="0" parTransId="{69BC001D-944C-4A30-A7B8-B8D69C15D9D6}" sibTransId="{66E7D1F5-38B8-4310-842B-F6D144FBFCDF}"/>
    <dgm:cxn modelId="{3202E229-C387-4CD2-8667-F4DD014E10F6}" srcId="{7B251DE8-F897-4A83-9BA6-365DA27C4CB9}" destId="{35D6D04A-A64C-4B20-B1C2-19DD037692E2}" srcOrd="0" destOrd="0" parTransId="{938F04F8-75D7-4B70-8330-FA5E1B9560C0}" sibTransId="{12302510-E136-4777-AB09-C016B61562AD}"/>
    <dgm:cxn modelId="{DAA9074B-8E0B-4755-A6A4-92F94131EF5C}" type="presOf" srcId="{757D2285-5AD3-48D5-A30B-A1475F757A46}" destId="{C9A35798-0772-4216-8CCB-899ECA011A51}" srcOrd="0" destOrd="0" presId="urn:microsoft.com/office/officeart/2008/layout/AlternatingHexagons"/>
    <dgm:cxn modelId="{A81F8D4D-BC6E-4624-96CF-CC06CEFAC2C4}" srcId="{7B9FF026-5CAB-4304-9748-06836E61A866}" destId="{757D2285-5AD3-48D5-A30B-A1475F757A46}" srcOrd="1" destOrd="0" parTransId="{2BD43D25-3DD4-42A8-A1BF-F1BB357AE73B}" sibTransId="{9A0D36BF-F080-4DAC-B7A8-50E376B2A202}"/>
    <dgm:cxn modelId="{732DC570-EB5C-4AB6-9114-0109C5BCE104}" type="presOf" srcId="{7B251DE8-F897-4A83-9BA6-365DA27C4CB9}" destId="{1D2AC8E7-159B-44BF-9CE2-4449837C8E84}" srcOrd="0" destOrd="0" presId="urn:microsoft.com/office/officeart/2008/layout/AlternatingHexagons"/>
    <dgm:cxn modelId="{2930C852-0CE1-4A5A-B7B9-189DC705829B}" type="presOf" srcId="{7B9FF026-5CAB-4304-9748-06836E61A866}" destId="{0296AC39-9A43-4A2E-8ACA-9A576277BB9E}" srcOrd="0" destOrd="0" presId="urn:microsoft.com/office/officeart/2008/layout/AlternatingHexagons"/>
    <dgm:cxn modelId="{B289A45A-B5D3-4CE2-999D-52481C6D76AD}" type="presOf" srcId="{66E7D1F5-38B8-4310-842B-F6D144FBFCDF}" destId="{A9F5F316-838A-4B6C-BCD5-E08F3F0C49C3}" srcOrd="0" destOrd="0" presId="urn:microsoft.com/office/officeart/2008/layout/AlternatingHexagons"/>
    <dgm:cxn modelId="{0BF77C81-169A-4090-A916-3EC1EE5B79FB}" srcId="{DE6EB1F9-CCB3-4241-A8B2-8CEFF8D795CB}" destId="{9980857C-5114-4012-B4FF-6419E6A8B4CD}" srcOrd="0" destOrd="0" parTransId="{6A20A1EB-308C-47AD-B3BC-26CE9D3F1052}" sibTransId="{49E5CF0B-E149-4C1B-958D-CFBC1B3A6092}"/>
    <dgm:cxn modelId="{C430ADA1-4FAA-4314-A829-6FC14DAE3766}" type="presOf" srcId="{9A0D36BF-F080-4DAC-B7A8-50E376B2A202}" destId="{B95B73F6-A841-4DDA-B2BD-F5BA256FD53D}" srcOrd="0" destOrd="0" presId="urn:microsoft.com/office/officeart/2008/layout/AlternatingHexagons"/>
    <dgm:cxn modelId="{F94F8DAE-6783-41DB-A172-B4B4410A4677}" srcId="{757D2285-5AD3-48D5-A30B-A1475F757A46}" destId="{14D61FD9-A2EC-4EE8-BAD6-8971FAE0D99D}" srcOrd="0" destOrd="0" parTransId="{E86D932C-3B85-48EB-8694-9299A9C9F837}" sibTransId="{995CFC3E-A9C9-4474-B37D-9251FDA33630}"/>
    <dgm:cxn modelId="{5829CCC6-B5E4-4171-BEA3-9D6E7946254F}" type="presOf" srcId="{35D6D04A-A64C-4B20-B1C2-19DD037692E2}" destId="{73ED2255-97BA-495F-9E0D-B5BC447B635D}" srcOrd="0" destOrd="0" presId="urn:microsoft.com/office/officeart/2008/layout/AlternatingHexagons"/>
    <dgm:cxn modelId="{9A26B3CE-2DED-425A-BF62-C624BFF54B70}" type="presOf" srcId="{9980857C-5114-4012-B4FF-6419E6A8B4CD}" destId="{F85FB133-54E7-4116-BF5D-8BD233B34919}" srcOrd="0" destOrd="0" presId="urn:microsoft.com/office/officeart/2008/layout/AlternatingHexagons"/>
    <dgm:cxn modelId="{25CD81EA-4B24-4683-B1FF-177E0214BA64}" type="presOf" srcId="{14D61FD9-A2EC-4EE8-BAD6-8971FAE0D99D}" destId="{D6EB1D52-B5AA-4F54-8D5D-0696CDA0C90C}" srcOrd="0" destOrd="0" presId="urn:microsoft.com/office/officeart/2008/layout/AlternatingHexagons"/>
    <dgm:cxn modelId="{B2473CFF-ED84-4F13-B95F-6A2E2DCC12AE}" srcId="{7B9FF026-5CAB-4304-9748-06836E61A866}" destId="{7B251DE8-F897-4A83-9BA6-365DA27C4CB9}" srcOrd="2" destOrd="0" parTransId="{F3506028-EA47-424A-ACB4-85B7643BF101}" sibTransId="{BC536BF2-A04F-4FE5-ACA4-579ADB6645FA}"/>
    <dgm:cxn modelId="{35F90A11-F342-44E6-8D04-1358F9C1D94F}" type="presParOf" srcId="{0296AC39-9A43-4A2E-8ACA-9A576277BB9E}" destId="{45AD7BC3-31B3-4E98-ACDE-C6B178415FC1}" srcOrd="0" destOrd="0" presId="urn:microsoft.com/office/officeart/2008/layout/AlternatingHexagons"/>
    <dgm:cxn modelId="{1ABFD832-8AA8-4EF8-B0BF-72D5C9AC1F69}" type="presParOf" srcId="{45AD7BC3-31B3-4E98-ACDE-C6B178415FC1}" destId="{F22AB3D3-7148-4592-86DC-69E2CED8824D}" srcOrd="0" destOrd="0" presId="urn:microsoft.com/office/officeart/2008/layout/AlternatingHexagons"/>
    <dgm:cxn modelId="{FBAAF286-BE2C-45ED-9530-BAA2447D7117}" type="presParOf" srcId="{45AD7BC3-31B3-4E98-ACDE-C6B178415FC1}" destId="{F85FB133-54E7-4116-BF5D-8BD233B34919}" srcOrd="1" destOrd="0" presId="urn:microsoft.com/office/officeart/2008/layout/AlternatingHexagons"/>
    <dgm:cxn modelId="{6C81FC1C-6351-40B5-BDB2-8FEB8204EEC7}" type="presParOf" srcId="{45AD7BC3-31B3-4E98-ACDE-C6B178415FC1}" destId="{05EC6220-18EF-46B0-A8DA-91D1E4E81E50}" srcOrd="2" destOrd="0" presId="urn:microsoft.com/office/officeart/2008/layout/AlternatingHexagons"/>
    <dgm:cxn modelId="{C3FFE3C0-8549-4A89-85D5-829B9E2D40EC}" type="presParOf" srcId="{45AD7BC3-31B3-4E98-ACDE-C6B178415FC1}" destId="{93389839-FEAE-43FF-B974-951FA495462F}" srcOrd="3" destOrd="0" presId="urn:microsoft.com/office/officeart/2008/layout/AlternatingHexagons"/>
    <dgm:cxn modelId="{9B4A2716-C608-4265-8F2E-6B880275C046}" type="presParOf" srcId="{45AD7BC3-31B3-4E98-ACDE-C6B178415FC1}" destId="{A9F5F316-838A-4B6C-BCD5-E08F3F0C49C3}" srcOrd="4" destOrd="0" presId="urn:microsoft.com/office/officeart/2008/layout/AlternatingHexagons"/>
    <dgm:cxn modelId="{0F999D5F-F548-4C96-8A7A-93D42F7410E7}" type="presParOf" srcId="{0296AC39-9A43-4A2E-8ACA-9A576277BB9E}" destId="{64AC01F3-70F8-4234-91F1-64C5A59F1686}" srcOrd="1" destOrd="0" presId="urn:microsoft.com/office/officeart/2008/layout/AlternatingHexagons"/>
    <dgm:cxn modelId="{FEE4820A-7551-4022-9915-210D8B2BE108}" type="presParOf" srcId="{0296AC39-9A43-4A2E-8ACA-9A576277BB9E}" destId="{C6F6A9F6-2456-4E60-9BB3-DB333576FA1F}" srcOrd="2" destOrd="0" presId="urn:microsoft.com/office/officeart/2008/layout/AlternatingHexagons"/>
    <dgm:cxn modelId="{033AB5BE-93A1-418D-B52D-17CBA64AAE50}" type="presParOf" srcId="{C6F6A9F6-2456-4E60-9BB3-DB333576FA1F}" destId="{C9A35798-0772-4216-8CCB-899ECA011A51}" srcOrd="0" destOrd="0" presId="urn:microsoft.com/office/officeart/2008/layout/AlternatingHexagons"/>
    <dgm:cxn modelId="{E70B9053-A472-41FD-A31A-F386B75C5023}" type="presParOf" srcId="{C6F6A9F6-2456-4E60-9BB3-DB333576FA1F}" destId="{D6EB1D52-B5AA-4F54-8D5D-0696CDA0C90C}" srcOrd="1" destOrd="0" presId="urn:microsoft.com/office/officeart/2008/layout/AlternatingHexagons"/>
    <dgm:cxn modelId="{CCDCF49D-7841-48B5-84F0-B344E0D734DD}" type="presParOf" srcId="{C6F6A9F6-2456-4E60-9BB3-DB333576FA1F}" destId="{B453ED18-0422-415F-BF35-07EFF24089FB}" srcOrd="2" destOrd="0" presId="urn:microsoft.com/office/officeart/2008/layout/AlternatingHexagons"/>
    <dgm:cxn modelId="{F11D9260-AF5F-41A9-9D86-8AA309E47ABD}" type="presParOf" srcId="{C6F6A9F6-2456-4E60-9BB3-DB333576FA1F}" destId="{14374A99-5950-44F8-B9B4-917AC1256A53}" srcOrd="3" destOrd="0" presId="urn:microsoft.com/office/officeart/2008/layout/AlternatingHexagons"/>
    <dgm:cxn modelId="{670A3241-EB46-400F-9C8B-C34856DDC4C4}" type="presParOf" srcId="{C6F6A9F6-2456-4E60-9BB3-DB333576FA1F}" destId="{B95B73F6-A841-4DDA-B2BD-F5BA256FD53D}" srcOrd="4" destOrd="0" presId="urn:microsoft.com/office/officeart/2008/layout/AlternatingHexagons"/>
    <dgm:cxn modelId="{95B0E2E9-A80A-4336-BF0E-9269770BFE12}" type="presParOf" srcId="{0296AC39-9A43-4A2E-8ACA-9A576277BB9E}" destId="{222D7C2C-F71E-4B23-8A0D-9C24EDCC2899}" srcOrd="3" destOrd="0" presId="urn:microsoft.com/office/officeart/2008/layout/AlternatingHexagons"/>
    <dgm:cxn modelId="{B0FB10DD-2452-42C7-A224-6EE6B00B570F}" type="presParOf" srcId="{0296AC39-9A43-4A2E-8ACA-9A576277BB9E}" destId="{CA224A02-E2BD-49F2-92FF-505BE12095F6}" srcOrd="4" destOrd="0" presId="urn:microsoft.com/office/officeart/2008/layout/AlternatingHexagons"/>
    <dgm:cxn modelId="{BD996FC6-C213-49F1-9966-24F59BACF903}" type="presParOf" srcId="{CA224A02-E2BD-49F2-92FF-505BE12095F6}" destId="{1D2AC8E7-159B-44BF-9CE2-4449837C8E84}" srcOrd="0" destOrd="0" presId="urn:microsoft.com/office/officeart/2008/layout/AlternatingHexagons"/>
    <dgm:cxn modelId="{1C94B010-A644-434A-87DB-08E4BE2A8233}" type="presParOf" srcId="{CA224A02-E2BD-49F2-92FF-505BE12095F6}" destId="{73ED2255-97BA-495F-9E0D-B5BC447B635D}" srcOrd="1" destOrd="0" presId="urn:microsoft.com/office/officeart/2008/layout/AlternatingHexagons"/>
    <dgm:cxn modelId="{D6D1F791-8510-4D93-916C-7161AF746B67}" type="presParOf" srcId="{CA224A02-E2BD-49F2-92FF-505BE12095F6}" destId="{94382CFA-F56E-4CFE-981B-07AA6F0E405F}" srcOrd="2" destOrd="0" presId="urn:microsoft.com/office/officeart/2008/layout/AlternatingHexagons"/>
    <dgm:cxn modelId="{CEF26F74-405B-4AE2-A5CE-97B4429C0FA2}" type="presParOf" srcId="{CA224A02-E2BD-49F2-92FF-505BE12095F6}" destId="{D5344056-AA6F-4961-94DD-E6060438E83F}" srcOrd="3" destOrd="0" presId="urn:microsoft.com/office/officeart/2008/layout/AlternatingHexagons"/>
    <dgm:cxn modelId="{A8D06387-76ED-4623-8430-CB56AC5F451F}" type="presParOf" srcId="{CA224A02-E2BD-49F2-92FF-505BE12095F6}" destId="{5C447899-5C47-44D2-B5A2-A9618FB7A98E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2AB3D3-7148-4592-86DC-69E2CED8824D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 dirty="0"/>
            <a:t>IGs</a:t>
          </a:r>
        </a:p>
      </dsp:txBody>
      <dsp:txXfrm rot="-5400000">
        <a:off x="3909687" y="313106"/>
        <a:ext cx="1202866" cy="1382606"/>
      </dsp:txXfrm>
    </dsp:sp>
    <dsp:sp modelId="{F85FB133-54E7-4116-BF5D-8BD233B34919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100" kern="1200"/>
        </a:p>
      </dsp:txBody>
      <dsp:txXfrm>
        <a:off x="5437901" y="401821"/>
        <a:ext cx="2241629" cy="1205177"/>
      </dsp:txXfrm>
    </dsp:sp>
    <dsp:sp modelId="{A9F5F316-838A-4B6C-BCD5-E08F3F0C49C3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3600" kern="1200"/>
        </a:p>
      </dsp:txBody>
      <dsp:txXfrm rot="-5400000">
        <a:off x="2022380" y="313106"/>
        <a:ext cx="1202866" cy="1382606"/>
      </dsp:txXfrm>
    </dsp:sp>
    <dsp:sp modelId="{C9A35798-0772-4216-8CCB-899ECA011A51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 dirty="0"/>
            <a:t>are</a:t>
          </a:r>
        </a:p>
      </dsp:txBody>
      <dsp:txXfrm rot="-5400000">
        <a:off x="2962418" y="2018030"/>
        <a:ext cx="1202866" cy="1382606"/>
      </dsp:txXfrm>
    </dsp:sp>
    <dsp:sp modelId="{D6EB1D52-B5AA-4F54-8D5D-0696CDA0C90C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100" kern="1200"/>
        </a:p>
      </dsp:txBody>
      <dsp:txXfrm>
        <a:off x="448468" y="2106744"/>
        <a:ext cx="2169318" cy="1205177"/>
      </dsp:txXfrm>
    </dsp:sp>
    <dsp:sp modelId="{B95B73F6-A841-4DDA-B2BD-F5BA256FD53D}">
      <dsp:nvSpPr>
        <dsp:cNvPr id="0" name=""/>
        <dsp:cNvSpPr/>
      </dsp:nvSpPr>
      <dsp:spPr>
        <a:xfrm rot="5400000">
          <a:off x="4446844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3600" kern="1200"/>
        </a:p>
      </dsp:txBody>
      <dsp:txXfrm rot="-5400000">
        <a:off x="4849725" y="2018030"/>
        <a:ext cx="1202866" cy="1382606"/>
      </dsp:txXfrm>
    </dsp:sp>
    <dsp:sp modelId="{1D2AC8E7-159B-44BF-9CE2-4449837C8E84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awesome</a:t>
          </a:r>
        </a:p>
      </dsp:txBody>
      <dsp:txXfrm rot="-5400000">
        <a:off x="3909687" y="3722953"/>
        <a:ext cx="1202866" cy="1382606"/>
      </dsp:txXfrm>
    </dsp:sp>
    <dsp:sp modelId="{73ED2255-97BA-495F-9E0D-B5BC447B635D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100" kern="1200"/>
        </a:p>
      </dsp:txBody>
      <dsp:txXfrm>
        <a:off x="5437901" y="3811668"/>
        <a:ext cx="2241629" cy="1205177"/>
      </dsp:txXfrm>
    </dsp:sp>
    <dsp:sp modelId="{5C447899-5C47-44D2-B5A2-A9618FB7A98E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3600" kern="1200"/>
        </a:p>
      </dsp:txBody>
      <dsp:txXfrm rot="-5400000">
        <a:off x="2022380" y="3722953"/>
        <a:ext cx="1202866" cy="138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C5D9B-510E-445E-AF2D-731917B2632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B0658-0C46-4CE4-BFFA-78737BC894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911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an extension? What is a profile?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8B954-2888-4EEA-BC75-22288D66EB1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742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“On the surface” we have enabled FHIR structured protocol exchange between parties.  What’s next?</a:t>
            </a:r>
          </a:p>
          <a:p>
            <a:endParaRPr lang="en-US"/>
          </a:p>
          <a:p>
            <a:r>
              <a:rPr lang="en-US"/>
              <a:t>“Below the surface” there are so many more possibilities being pursued across the clinical research ecosystem.  Some already in motion, some that can be made a reality or become more efficient with FHIR.</a:t>
            </a:r>
          </a:p>
          <a:p>
            <a:endParaRPr lang="en-US"/>
          </a:p>
          <a:p>
            <a:r>
              <a:rPr lang="en-US"/>
              <a:t>VULCAN is moving into 2026 with exploration of Patient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8B954-2888-4EEA-BC75-22288D66EB13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22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716D-75FE-4ADD-8992-AABF41B22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86120-DD84-4F87-8A81-16FCBC4C2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19369-2F1A-4D80-A75D-843BC2D73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2026-06-03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632C9-93F8-4258-837A-83EE1C2E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91FA0-471A-46AF-9536-7FDD72BD1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5056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BAE90-CA21-4E1A-B8E4-29A6C965F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5AECF-A6D9-4C0D-9D15-3DE38F145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92C01-7C44-41ED-BDE0-E39280ED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2026-06-03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E81BA-7ACF-427B-9F08-23272728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152B0-E8FF-4A99-8832-B5599837A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79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0288E-FB62-4A15-94C8-63F77ECC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F8E08-A354-40F5-9F5E-5114E7107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A05D-DCDF-45DD-BCD1-FA76FBFA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2026-06-03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868E7-28A8-4F80-93E6-EE002CE70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FFEC5-0C59-4F65-9448-6B0D0596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713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2C155-92FC-410B-88B3-7B532CAEF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C1717-2FA3-4DFE-A107-C6518CAC9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7461E-929B-4CE1-A85F-0E1217DC9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0912E-F9FA-4FF9-9EDC-B6408631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2026-06-03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B48A2-3012-4823-9AFD-76064E98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D1EFD-828D-4CAD-AA4D-2D507D0D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3541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0F17-66F5-413F-ACCF-729AB403B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BBC3E-DA00-4E9F-BC08-0BD536D76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00740-FEC0-4DB3-B56C-0AD9BD2CC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1BD642-2058-4EDA-BCCB-FAFDF4934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1271D-487F-42D6-A657-62F9BE9AF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52B28C-591C-4539-9CEC-649034352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2026-06-03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C0B1DC-BBE7-4414-AD98-0F8196CA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C0F5BA-2823-499E-BF00-215CCA4F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6458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7C291-F522-4C19-ACBF-ED97A10DC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BCF34-6CB3-4583-96F4-F1190A06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2026-06-03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24E6F-2537-43DA-A908-616C9D7C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C5596-9055-4BE2-852C-0BC23890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4998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2ACCB-6C50-4386-9F55-541A7F905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2026-06-03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68615B-CCF3-49B5-A27B-38B2D2F1B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59F00-737A-43D2-ABF8-86A98565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70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51CB-D4A0-4E30-9C49-D64AC50FB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1B1B2-3AEA-4795-99C9-440AA88B7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E4801-3229-442C-B150-82F6B7C87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FC21-6709-47F3-AEDF-3348E703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2026-06-03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70BF6-AE83-4CE3-95BC-E18A71E4D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A626D-9EF2-4AAD-87FC-712D1F977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7375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0AA2-3675-4B64-A523-BF5724CDF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FD9E55-58F0-4CCA-A675-3F986E70D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DDE0E-A630-479E-BFB4-728BBD967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751BF-5F81-42EB-915B-27F8E83F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2026-06-03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C9E53-A725-435A-91AB-2300898C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510E2-0297-42D9-B4C6-FD5169479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964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8C9E-93D3-41E4-9D55-0513FBBD0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AB53C-4127-4801-8079-A3BD477C0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31D37-9A76-4D1D-89FB-00373E72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2026-06-03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71CD7-7118-447B-B67C-3D195EE7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36593-AA27-4DB2-9A6B-D0E44D1AB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5870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364A4E-D64C-4869-A31A-4672833DA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01A12-405D-47AD-8753-C8333C2E8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EFADF-2D2C-43C2-9CEE-CE2AD1C9F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9A3AA-5CC1-4409-A3F5-5174B3C1B3E1}" type="datetimeFigureOut">
              <a:rPr lang="en-CA" smtClean="0"/>
              <a:t>2026-06-03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3DD9B-7D04-4B52-93BE-15A24729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D59EE-A561-4CD9-A33B-D10527947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4046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E0AC5A4-8E3D-D230-B76F-6850ECD4E257}"/>
              </a:ext>
            </a:extLst>
          </p:cNvPr>
          <p:cNvGrpSpPr/>
          <p:nvPr userDrawn="1"/>
        </p:nvGrpSpPr>
        <p:grpSpPr>
          <a:xfrm>
            <a:off x="111043" y="114300"/>
            <a:ext cx="1097280" cy="177800"/>
            <a:chOff x="83282" y="114300"/>
            <a:chExt cx="822960" cy="1778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EE0DD19-529C-5D6B-8842-6ABDF77C9D1D}"/>
                </a:ext>
              </a:extLst>
            </p:cNvPr>
            <p:cNvCxnSpPr/>
            <p:nvPr userDrawn="1"/>
          </p:nvCxnSpPr>
          <p:spPr>
            <a:xfrm>
              <a:off x="83282" y="114300"/>
              <a:ext cx="822960" cy="0"/>
            </a:xfrm>
            <a:prstGeom prst="line">
              <a:avLst/>
            </a:prstGeom>
            <a:ln w="44450">
              <a:solidFill>
                <a:srgbClr val="EC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B0C6A82-99EB-512D-0156-A8FBB82B2CEF}"/>
                </a:ext>
              </a:extLst>
            </p:cNvPr>
            <p:cNvCxnSpPr/>
            <p:nvPr userDrawn="1"/>
          </p:nvCxnSpPr>
          <p:spPr>
            <a:xfrm>
              <a:off x="83282" y="203200"/>
              <a:ext cx="640080" cy="0"/>
            </a:xfrm>
            <a:prstGeom prst="line">
              <a:avLst/>
            </a:prstGeom>
            <a:ln w="44450">
              <a:solidFill>
                <a:srgbClr val="FBA9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88E241D-1542-43C9-17EB-357D5C31C955}"/>
                </a:ext>
              </a:extLst>
            </p:cNvPr>
            <p:cNvCxnSpPr/>
            <p:nvPr userDrawn="1"/>
          </p:nvCxnSpPr>
          <p:spPr>
            <a:xfrm>
              <a:off x="83282" y="292100"/>
              <a:ext cx="457200" cy="0"/>
            </a:xfrm>
            <a:prstGeom prst="line">
              <a:avLst/>
            </a:prstGeom>
            <a:ln w="44450">
              <a:solidFill>
                <a:srgbClr val="184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156FC154-F0FD-2039-F2FC-0E459D745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25"/>
          <a:stretch/>
        </p:blipFill>
        <p:spPr>
          <a:xfrm>
            <a:off x="167177" y="6326164"/>
            <a:ext cx="1335052" cy="36048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51B5DE-A0DD-CB37-9DE3-EA6CCF07FA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8740" y="101340"/>
            <a:ext cx="10108248" cy="482860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AA6C0A-CBC9-8D63-7E45-33B89FE7C5FC}"/>
              </a:ext>
            </a:extLst>
          </p:cNvPr>
          <p:cNvSpPr txBox="1"/>
          <p:nvPr userDrawn="1"/>
        </p:nvSpPr>
        <p:spPr>
          <a:xfrm>
            <a:off x="1395623" y="6326164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232746748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9AB3B01-8A77-4CB3-80F2-2A40B7FEEE64}"/>
              </a:ext>
            </a:extLst>
          </p:cNvPr>
          <p:cNvGrpSpPr/>
          <p:nvPr userDrawn="1"/>
        </p:nvGrpSpPr>
        <p:grpSpPr>
          <a:xfrm>
            <a:off x="111043" y="114300"/>
            <a:ext cx="1097280" cy="177800"/>
            <a:chOff x="83282" y="114300"/>
            <a:chExt cx="822960" cy="1778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6BB7188-8BBF-46A8-8847-103FB1CD090D}"/>
                </a:ext>
              </a:extLst>
            </p:cNvPr>
            <p:cNvCxnSpPr/>
            <p:nvPr userDrawn="1"/>
          </p:nvCxnSpPr>
          <p:spPr>
            <a:xfrm>
              <a:off x="83282" y="114300"/>
              <a:ext cx="822960" cy="0"/>
            </a:xfrm>
            <a:prstGeom prst="line">
              <a:avLst/>
            </a:prstGeom>
            <a:ln w="44450">
              <a:solidFill>
                <a:srgbClr val="EC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5D2B6C8-8025-4C9C-ABD7-D1EC6CE9A15D}"/>
                </a:ext>
              </a:extLst>
            </p:cNvPr>
            <p:cNvCxnSpPr/>
            <p:nvPr userDrawn="1"/>
          </p:nvCxnSpPr>
          <p:spPr>
            <a:xfrm>
              <a:off x="83282" y="203200"/>
              <a:ext cx="640080" cy="0"/>
            </a:xfrm>
            <a:prstGeom prst="line">
              <a:avLst/>
            </a:prstGeom>
            <a:ln w="44450">
              <a:solidFill>
                <a:srgbClr val="FBA9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0D6BB9-51E5-4586-958B-53E77BC0519B}"/>
                </a:ext>
              </a:extLst>
            </p:cNvPr>
            <p:cNvCxnSpPr/>
            <p:nvPr userDrawn="1"/>
          </p:nvCxnSpPr>
          <p:spPr>
            <a:xfrm>
              <a:off x="83282" y="292100"/>
              <a:ext cx="457200" cy="0"/>
            </a:xfrm>
            <a:prstGeom prst="line">
              <a:avLst/>
            </a:prstGeom>
            <a:ln w="44450">
              <a:solidFill>
                <a:srgbClr val="184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8A4EE1C6-4D63-47C7-B3CD-E27693BD9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25"/>
          <a:stretch/>
        </p:blipFill>
        <p:spPr>
          <a:xfrm>
            <a:off x="167177" y="6326164"/>
            <a:ext cx="1335052" cy="360487"/>
          </a:xfrm>
          <a:prstGeom prst="rect">
            <a:avLst/>
          </a:prstGeom>
        </p:spPr>
      </p:pic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6640F02-C4AB-4C33-8A3F-165CECB757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8740" y="101340"/>
            <a:ext cx="10108248" cy="482860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Agenda</a:t>
            </a:r>
          </a:p>
        </p:txBody>
      </p:sp>
      <p:graphicFrame>
        <p:nvGraphicFramePr>
          <p:cNvPr id="2" name="Table 10">
            <a:extLst>
              <a:ext uri="{FF2B5EF4-FFF2-40B4-BE49-F238E27FC236}">
                <a16:creationId xmlns:a16="http://schemas.microsoft.com/office/drawing/2014/main" id="{3DA506ED-C9AE-281C-A68B-58F1A3E19299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138814580"/>
              </p:ext>
            </p:extLst>
          </p:nvPr>
        </p:nvGraphicFramePr>
        <p:xfrm>
          <a:off x="735013" y="1021208"/>
          <a:ext cx="10721975" cy="464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125">
                  <a:extLst>
                    <a:ext uri="{9D8B030D-6E8A-4147-A177-3AD203B41FA5}">
                      <a16:colId xmlns:a16="http://schemas.microsoft.com/office/drawing/2014/main" val="1713247632"/>
                    </a:ext>
                  </a:extLst>
                </a:gridCol>
                <a:gridCol w="8402850">
                  <a:extLst>
                    <a:ext uri="{9D8B030D-6E8A-4147-A177-3AD203B41FA5}">
                      <a16:colId xmlns:a16="http://schemas.microsoft.com/office/drawing/2014/main" val="3501822820"/>
                    </a:ext>
                  </a:extLst>
                </a:gridCol>
              </a:tblGrid>
              <a:tr h="387085">
                <a:tc>
                  <a:txBody>
                    <a:bodyPr/>
                    <a:lstStyle/>
                    <a:p>
                      <a:r>
                        <a:rPr lang="en-US" sz="1600"/>
                        <a:t>Time </a:t>
                      </a:r>
                    </a:p>
                  </a:txBody>
                  <a:tcPr marR="45720">
                    <a:solidFill>
                      <a:srgbClr val="1847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Topic</a:t>
                      </a:r>
                    </a:p>
                  </a:txBody>
                  <a:tcPr>
                    <a:solidFill>
                      <a:srgbClr val="1847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67507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793384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i="1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449150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700636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074936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66260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/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336691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945382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7904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47510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975554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874345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97B3CE2E-B0DC-F7DE-B787-24A0868C38C5}"/>
              </a:ext>
            </a:extLst>
          </p:cNvPr>
          <p:cNvSpPr/>
          <p:nvPr userDrawn="1"/>
        </p:nvSpPr>
        <p:spPr>
          <a:xfrm>
            <a:off x="159021" y="1407703"/>
            <a:ext cx="461551" cy="385352"/>
          </a:xfrm>
          <a:prstGeom prst="rightArrow">
            <a:avLst/>
          </a:prstGeom>
          <a:solidFill>
            <a:srgbClr val="FBA91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1EE15-CF24-BDD5-B46E-4630C3313D77}"/>
              </a:ext>
            </a:extLst>
          </p:cNvPr>
          <p:cNvSpPr txBox="1"/>
          <p:nvPr userDrawn="1"/>
        </p:nvSpPr>
        <p:spPr>
          <a:xfrm>
            <a:off x="1395623" y="6326164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642118746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A [TOC Sourc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cSectionNumber"/>
          <p:cNvSpPr>
            <a:spLocks noGrp="1"/>
          </p:cNvSpPr>
          <p:nvPr>
            <p:ph type="body" sz="quarter" idx="15" hasCustomPrompt="1"/>
          </p:nvPr>
        </p:nvSpPr>
        <p:spPr>
          <a:xfrm>
            <a:off x="737578" y="1827442"/>
            <a:ext cx="2403692" cy="13158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1" cap="all" spc="-150" baseline="0">
                <a:solidFill>
                  <a:srgbClr val="184786"/>
                </a:solidFill>
              </a:defRPr>
            </a:lvl1pPr>
            <a:lvl2pPr>
              <a:lnSpc>
                <a:spcPct val="80000"/>
              </a:lnSpc>
              <a:spcBef>
                <a:spcPts val="0"/>
              </a:spcBef>
              <a:defRPr sz="5000" spc="-150">
                <a:solidFill>
                  <a:schemeClr val="bg2"/>
                </a:solidFill>
              </a:defRPr>
            </a:lvl2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7" name="txtSecureMarker1" hidden="1"/>
          <p:cNvSpPr txBox="1"/>
          <p:nvPr userDrawn="1"/>
        </p:nvSpPr>
        <p:spPr>
          <a:xfrm>
            <a:off x="379048" y="55388"/>
            <a:ext cx="4669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>
                <a:solidFill>
                  <a:srgbClr val="000000"/>
                </a:solidFill>
              </a:rPr>
              <a:t>SC</a:t>
            </a:r>
            <a:r>
              <a:rPr lang="en-GB" sz="1100" baseline="0">
                <a:solidFill>
                  <a:srgbClr val="000000"/>
                </a:solidFill>
              </a:rPr>
              <a:t> TEXT GOES HERE</a:t>
            </a:r>
            <a:endParaRPr lang="en-GB" sz="1100">
              <a:solidFill>
                <a:srgbClr val="000000"/>
              </a:solidFill>
            </a:endParaRPr>
          </a:p>
        </p:txBody>
      </p:sp>
      <p:sp>
        <p:nvSpPr>
          <p:cNvPr id="9" name="txtSecureMarker2" hidden="1"/>
          <p:cNvSpPr txBox="1"/>
          <p:nvPr userDrawn="1"/>
        </p:nvSpPr>
        <p:spPr>
          <a:xfrm>
            <a:off x="379048" y="6534710"/>
            <a:ext cx="4669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>
                <a:solidFill>
                  <a:srgbClr val="000000"/>
                </a:solidFill>
              </a:rPr>
              <a:t>SC</a:t>
            </a:r>
            <a:r>
              <a:rPr lang="en-GB" sz="1100" baseline="0">
                <a:solidFill>
                  <a:srgbClr val="000000"/>
                </a:solidFill>
              </a:rPr>
              <a:t> TEXT GOES HERE</a:t>
            </a:r>
            <a:endParaRPr lang="en-GB" sz="1100">
              <a:solidFill>
                <a:srgbClr val="000000"/>
              </a:solidFill>
            </a:endParaRPr>
          </a:p>
        </p:txBody>
      </p:sp>
      <p:sp>
        <p:nvSpPr>
          <p:cNvPr id="12" name="plcSectionTitle">
            <a:extLst>
              <a:ext uri="{FF2B5EF4-FFF2-40B4-BE49-F238E27FC236}">
                <a16:creationId xmlns:a16="http://schemas.microsoft.com/office/drawing/2014/main" id="{A0986BAB-7A84-4675-907C-814E976DD8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7576" y="3835370"/>
            <a:ext cx="10607757" cy="2317912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Click to edit section title </a:t>
            </a:r>
          </a:p>
          <a:p>
            <a:pPr lvl="1"/>
            <a:r>
              <a:rPr lang="en-GB"/>
              <a:t>Second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93521E-AE85-43E9-948D-622DE82D8B12}"/>
              </a:ext>
            </a:extLst>
          </p:cNvPr>
          <p:cNvCxnSpPr/>
          <p:nvPr userDrawn="1"/>
        </p:nvCxnSpPr>
        <p:spPr>
          <a:xfrm>
            <a:off x="737576" y="3302000"/>
            <a:ext cx="10455357" cy="0"/>
          </a:xfrm>
          <a:prstGeom prst="line">
            <a:avLst/>
          </a:prstGeom>
          <a:ln w="44450">
            <a:solidFill>
              <a:srgbClr val="EC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8B464A-0738-4610-9E38-7B4D572EE191}"/>
              </a:ext>
            </a:extLst>
          </p:cNvPr>
          <p:cNvCxnSpPr/>
          <p:nvPr userDrawn="1"/>
        </p:nvCxnSpPr>
        <p:spPr>
          <a:xfrm>
            <a:off x="737576" y="3517900"/>
            <a:ext cx="10455357" cy="0"/>
          </a:xfrm>
          <a:prstGeom prst="line">
            <a:avLst/>
          </a:prstGeom>
          <a:ln w="44450">
            <a:solidFill>
              <a:srgbClr val="FBA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ACA73459-CE73-4DEB-AC40-149DF62789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25"/>
          <a:stretch/>
        </p:blipFill>
        <p:spPr>
          <a:xfrm>
            <a:off x="167177" y="6326164"/>
            <a:ext cx="1335052" cy="360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59B9A6-4D4C-D935-7B53-1FC8250D1505}"/>
              </a:ext>
            </a:extLst>
          </p:cNvPr>
          <p:cNvSpPr txBox="1"/>
          <p:nvPr userDrawn="1"/>
        </p:nvSpPr>
        <p:spPr>
          <a:xfrm>
            <a:off x="1395623" y="6326164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2942208673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Slide A [TOC Sourc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cSectionNumber"/>
          <p:cNvSpPr>
            <a:spLocks noGrp="1"/>
          </p:cNvSpPr>
          <p:nvPr>
            <p:ph type="body" sz="quarter" idx="15" hasCustomPrompt="1"/>
          </p:nvPr>
        </p:nvSpPr>
        <p:spPr>
          <a:xfrm>
            <a:off x="737576" y="1827442"/>
            <a:ext cx="10455357" cy="1315824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z="4000" b="1" cap="all" spc="-150" baseline="0">
                <a:solidFill>
                  <a:srgbClr val="184786"/>
                </a:solidFill>
              </a:defRPr>
            </a:lvl1pPr>
            <a:lvl2pPr>
              <a:lnSpc>
                <a:spcPct val="80000"/>
              </a:lnSpc>
              <a:spcBef>
                <a:spcPts val="0"/>
              </a:spcBef>
              <a:defRPr sz="5000" spc="-150">
                <a:solidFill>
                  <a:schemeClr val="bg2"/>
                </a:solidFill>
              </a:defRPr>
            </a:lvl2pPr>
          </a:lstStyle>
          <a:p>
            <a:pPr lvl="0"/>
            <a:r>
              <a:rPr lang="en-GB"/>
              <a:t>Contents</a:t>
            </a:r>
          </a:p>
        </p:txBody>
      </p:sp>
      <p:sp>
        <p:nvSpPr>
          <p:cNvPr id="7" name="txtSecureMarker1" hidden="1"/>
          <p:cNvSpPr txBox="1"/>
          <p:nvPr userDrawn="1"/>
        </p:nvSpPr>
        <p:spPr>
          <a:xfrm>
            <a:off x="379048" y="55388"/>
            <a:ext cx="4669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>
                <a:solidFill>
                  <a:srgbClr val="000000"/>
                </a:solidFill>
              </a:rPr>
              <a:t>SC</a:t>
            </a:r>
            <a:r>
              <a:rPr lang="en-GB" sz="1100" baseline="0">
                <a:solidFill>
                  <a:srgbClr val="000000"/>
                </a:solidFill>
              </a:rPr>
              <a:t> TEXT GOES HERE</a:t>
            </a:r>
            <a:endParaRPr lang="en-GB" sz="1100">
              <a:solidFill>
                <a:srgbClr val="000000"/>
              </a:solidFill>
            </a:endParaRPr>
          </a:p>
        </p:txBody>
      </p:sp>
      <p:sp>
        <p:nvSpPr>
          <p:cNvPr id="9" name="txtSecureMarker2" hidden="1"/>
          <p:cNvSpPr txBox="1"/>
          <p:nvPr userDrawn="1"/>
        </p:nvSpPr>
        <p:spPr>
          <a:xfrm>
            <a:off x="379048" y="6534710"/>
            <a:ext cx="4669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>
                <a:solidFill>
                  <a:srgbClr val="000000"/>
                </a:solidFill>
              </a:rPr>
              <a:t>SC</a:t>
            </a:r>
            <a:r>
              <a:rPr lang="en-GB" sz="1100" baseline="0">
                <a:solidFill>
                  <a:srgbClr val="000000"/>
                </a:solidFill>
              </a:rPr>
              <a:t> TEXT GOES HERE</a:t>
            </a:r>
            <a:endParaRPr lang="en-GB" sz="1100">
              <a:solidFill>
                <a:srgbClr val="00000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93521E-AE85-43E9-948D-622DE82D8B12}"/>
              </a:ext>
            </a:extLst>
          </p:cNvPr>
          <p:cNvCxnSpPr/>
          <p:nvPr userDrawn="1"/>
        </p:nvCxnSpPr>
        <p:spPr>
          <a:xfrm>
            <a:off x="737576" y="3302000"/>
            <a:ext cx="10455357" cy="0"/>
          </a:xfrm>
          <a:prstGeom prst="line">
            <a:avLst/>
          </a:prstGeom>
          <a:ln w="44450">
            <a:solidFill>
              <a:srgbClr val="EC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8B464A-0738-4610-9E38-7B4D572EE191}"/>
              </a:ext>
            </a:extLst>
          </p:cNvPr>
          <p:cNvCxnSpPr/>
          <p:nvPr userDrawn="1"/>
        </p:nvCxnSpPr>
        <p:spPr>
          <a:xfrm>
            <a:off x="737576" y="3517900"/>
            <a:ext cx="10455357" cy="0"/>
          </a:xfrm>
          <a:prstGeom prst="line">
            <a:avLst/>
          </a:prstGeom>
          <a:ln w="44450">
            <a:solidFill>
              <a:srgbClr val="FBA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4B824E1F-4E90-438D-877F-B0D3F5080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25"/>
          <a:stretch/>
        </p:blipFill>
        <p:spPr>
          <a:xfrm>
            <a:off x="167177" y="6326164"/>
            <a:ext cx="1335052" cy="360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168F93-8EC3-42FF-A93F-3603A9C40DC4}"/>
              </a:ext>
            </a:extLst>
          </p:cNvPr>
          <p:cNvSpPr txBox="1"/>
          <p:nvPr userDrawn="1"/>
        </p:nvSpPr>
        <p:spPr>
          <a:xfrm>
            <a:off x="737576" y="3996965"/>
            <a:ext cx="10455357" cy="1828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sz="11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6539D-BFA0-8168-76E6-76C08F6DF554}"/>
              </a:ext>
            </a:extLst>
          </p:cNvPr>
          <p:cNvSpPr txBox="1"/>
          <p:nvPr userDrawn="1"/>
        </p:nvSpPr>
        <p:spPr>
          <a:xfrm>
            <a:off x="1395623" y="6326164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52830439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578" y="1021209"/>
            <a:ext cx="10719777" cy="464502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348740" y="101340"/>
            <a:ext cx="10108248" cy="482860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B7731D-25E4-443B-B7AB-B306C1F71EBA}"/>
              </a:ext>
            </a:extLst>
          </p:cNvPr>
          <p:cNvGrpSpPr/>
          <p:nvPr userDrawn="1"/>
        </p:nvGrpSpPr>
        <p:grpSpPr>
          <a:xfrm>
            <a:off x="111043" y="114300"/>
            <a:ext cx="1097280" cy="177800"/>
            <a:chOff x="83282" y="114300"/>
            <a:chExt cx="822960" cy="1778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AD21032-1315-43E4-8AF7-74B347F86545}"/>
                </a:ext>
              </a:extLst>
            </p:cNvPr>
            <p:cNvCxnSpPr/>
            <p:nvPr userDrawn="1"/>
          </p:nvCxnSpPr>
          <p:spPr>
            <a:xfrm>
              <a:off x="83282" y="114300"/>
              <a:ext cx="822960" cy="0"/>
            </a:xfrm>
            <a:prstGeom prst="line">
              <a:avLst/>
            </a:prstGeom>
            <a:ln w="44450">
              <a:solidFill>
                <a:srgbClr val="EC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C81B4A4-584D-4B0B-9733-332D9B01797A}"/>
                </a:ext>
              </a:extLst>
            </p:cNvPr>
            <p:cNvCxnSpPr/>
            <p:nvPr userDrawn="1"/>
          </p:nvCxnSpPr>
          <p:spPr>
            <a:xfrm>
              <a:off x="83282" y="203200"/>
              <a:ext cx="640080" cy="0"/>
            </a:xfrm>
            <a:prstGeom prst="line">
              <a:avLst/>
            </a:prstGeom>
            <a:ln w="44450">
              <a:solidFill>
                <a:srgbClr val="FBA9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B565FEE-8778-4745-A311-3B154C59E027}"/>
                </a:ext>
              </a:extLst>
            </p:cNvPr>
            <p:cNvCxnSpPr/>
            <p:nvPr userDrawn="1"/>
          </p:nvCxnSpPr>
          <p:spPr>
            <a:xfrm>
              <a:off x="83282" y="292100"/>
              <a:ext cx="457200" cy="0"/>
            </a:xfrm>
            <a:prstGeom prst="line">
              <a:avLst/>
            </a:prstGeom>
            <a:ln w="44450">
              <a:solidFill>
                <a:srgbClr val="184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1FEE6753-D5D0-412A-A36D-EE18C396F1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25"/>
          <a:stretch/>
        </p:blipFill>
        <p:spPr>
          <a:xfrm>
            <a:off x="167177" y="6326164"/>
            <a:ext cx="1335052" cy="3604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E6BAA2-59A3-A799-AC3B-E690C22DE0E2}"/>
              </a:ext>
            </a:extLst>
          </p:cNvPr>
          <p:cNvSpPr txBox="1"/>
          <p:nvPr userDrawn="1"/>
        </p:nvSpPr>
        <p:spPr>
          <a:xfrm>
            <a:off x="1395623" y="6326164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4337347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8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8"/>
          </p:nvPr>
        </p:nvSpPr>
        <p:spPr>
          <a:xfrm>
            <a:off x="737577" y="1011780"/>
            <a:ext cx="5161847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idx="19"/>
          </p:nvPr>
        </p:nvSpPr>
        <p:spPr>
          <a:xfrm>
            <a:off x="6293762" y="1011780"/>
            <a:ext cx="5161847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3FCF98-6B55-4846-8231-BED272B75B6B}"/>
              </a:ext>
            </a:extLst>
          </p:cNvPr>
          <p:cNvGrpSpPr/>
          <p:nvPr userDrawn="1"/>
        </p:nvGrpSpPr>
        <p:grpSpPr>
          <a:xfrm>
            <a:off x="111043" y="114300"/>
            <a:ext cx="1097280" cy="177800"/>
            <a:chOff x="83282" y="114300"/>
            <a:chExt cx="822960" cy="1778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5B8D039-F5D4-406B-8CC3-A9B6AEE77814}"/>
                </a:ext>
              </a:extLst>
            </p:cNvPr>
            <p:cNvCxnSpPr/>
            <p:nvPr userDrawn="1"/>
          </p:nvCxnSpPr>
          <p:spPr>
            <a:xfrm>
              <a:off x="83282" y="114300"/>
              <a:ext cx="822960" cy="0"/>
            </a:xfrm>
            <a:prstGeom prst="line">
              <a:avLst/>
            </a:prstGeom>
            <a:ln w="44450">
              <a:solidFill>
                <a:srgbClr val="EC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16C43D3-8D5D-4C82-B38A-7F70A317B4FA}"/>
                </a:ext>
              </a:extLst>
            </p:cNvPr>
            <p:cNvCxnSpPr/>
            <p:nvPr userDrawn="1"/>
          </p:nvCxnSpPr>
          <p:spPr>
            <a:xfrm>
              <a:off x="83282" y="203200"/>
              <a:ext cx="640080" cy="0"/>
            </a:xfrm>
            <a:prstGeom prst="line">
              <a:avLst/>
            </a:prstGeom>
            <a:ln w="44450">
              <a:solidFill>
                <a:srgbClr val="FBA9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76ED8E2-6A08-4060-BDBA-BF8E30E8E527}"/>
                </a:ext>
              </a:extLst>
            </p:cNvPr>
            <p:cNvCxnSpPr/>
            <p:nvPr userDrawn="1"/>
          </p:nvCxnSpPr>
          <p:spPr>
            <a:xfrm>
              <a:off x="83282" y="292100"/>
              <a:ext cx="457200" cy="0"/>
            </a:xfrm>
            <a:prstGeom prst="line">
              <a:avLst/>
            </a:prstGeom>
            <a:ln w="44450">
              <a:solidFill>
                <a:srgbClr val="184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0FC51DBF-E9A7-4373-8B29-E3A6119EA6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25"/>
          <a:stretch/>
        </p:blipFill>
        <p:spPr>
          <a:xfrm>
            <a:off x="167177" y="6326164"/>
            <a:ext cx="1335052" cy="360487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AFF5866-CF94-4563-8219-6B952F08FE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8740" y="101340"/>
            <a:ext cx="10108248" cy="482860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16E5FE-5F69-1AE7-EF14-648DA217A81A}"/>
              </a:ext>
            </a:extLst>
          </p:cNvPr>
          <p:cNvSpPr txBox="1"/>
          <p:nvPr userDrawn="1"/>
        </p:nvSpPr>
        <p:spPr>
          <a:xfrm>
            <a:off x="1395623" y="6326164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160383644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9"/>
          </p:nvPr>
        </p:nvSpPr>
        <p:spPr>
          <a:xfrm>
            <a:off x="737576" y="1011780"/>
            <a:ext cx="6557539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Content Placeholder 2"/>
          <p:cNvSpPr>
            <a:spLocks noGrp="1"/>
          </p:cNvSpPr>
          <p:nvPr>
            <p:ph idx="18"/>
          </p:nvPr>
        </p:nvSpPr>
        <p:spPr>
          <a:xfrm>
            <a:off x="7662869" y="1011780"/>
            <a:ext cx="3792739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BED56D-F98F-4EC4-9EA7-F959AB304D90}"/>
              </a:ext>
            </a:extLst>
          </p:cNvPr>
          <p:cNvGrpSpPr/>
          <p:nvPr userDrawn="1"/>
        </p:nvGrpSpPr>
        <p:grpSpPr>
          <a:xfrm>
            <a:off x="111043" y="114300"/>
            <a:ext cx="1097280" cy="177800"/>
            <a:chOff x="83282" y="114300"/>
            <a:chExt cx="822960" cy="1778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89E9FD9-451C-4B5F-A429-EF26B79F7559}"/>
                </a:ext>
              </a:extLst>
            </p:cNvPr>
            <p:cNvCxnSpPr/>
            <p:nvPr userDrawn="1"/>
          </p:nvCxnSpPr>
          <p:spPr>
            <a:xfrm>
              <a:off x="83282" y="114300"/>
              <a:ext cx="822960" cy="0"/>
            </a:xfrm>
            <a:prstGeom prst="line">
              <a:avLst/>
            </a:prstGeom>
            <a:ln w="44450">
              <a:solidFill>
                <a:srgbClr val="EC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EFE1CE5-8643-4E71-A04E-57E5A58AF4AB}"/>
                </a:ext>
              </a:extLst>
            </p:cNvPr>
            <p:cNvCxnSpPr/>
            <p:nvPr userDrawn="1"/>
          </p:nvCxnSpPr>
          <p:spPr>
            <a:xfrm>
              <a:off x="83282" y="203200"/>
              <a:ext cx="640080" cy="0"/>
            </a:xfrm>
            <a:prstGeom prst="line">
              <a:avLst/>
            </a:prstGeom>
            <a:ln w="44450">
              <a:solidFill>
                <a:srgbClr val="FBA9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F38A2F7-7CA0-4DAD-A0BB-3C5674BC81F9}"/>
                </a:ext>
              </a:extLst>
            </p:cNvPr>
            <p:cNvCxnSpPr/>
            <p:nvPr userDrawn="1"/>
          </p:nvCxnSpPr>
          <p:spPr>
            <a:xfrm>
              <a:off x="83282" y="292100"/>
              <a:ext cx="457200" cy="0"/>
            </a:xfrm>
            <a:prstGeom prst="line">
              <a:avLst/>
            </a:prstGeom>
            <a:ln w="44450">
              <a:solidFill>
                <a:srgbClr val="184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BEBCC307-40C0-46D7-8A50-F21251A3A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25"/>
          <a:stretch/>
        </p:blipFill>
        <p:spPr>
          <a:xfrm>
            <a:off x="167177" y="6326164"/>
            <a:ext cx="1335052" cy="360487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466D03C-6AC8-486A-8D36-94A0A93C21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8740" y="101340"/>
            <a:ext cx="10108248" cy="482860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9B9A4A-B213-D105-1A29-F4E955B1FB9B}"/>
              </a:ext>
            </a:extLst>
          </p:cNvPr>
          <p:cNvSpPr txBox="1"/>
          <p:nvPr userDrawn="1"/>
        </p:nvSpPr>
        <p:spPr>
          <a:xfrm>
            <a:off x="1395623" y="6326164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340433899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9"/>
          </p:nvPr>
        </p:nvSpPr>
        <p:spPr>
          <a:xfrm>
            <a:off x="737577" y="1002354"/>
            <a:ext cx="3318647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/>
          <p:cNvSpPr>
            <a:spLocks noGrp="1"/>
          </p:cNvSpPr>
          <p:nvPr>
            <p:ph idx="20"/>
          </p:nvPr>
        </p:nvSpPr>
        <p:spPr>
          <a:xfrm>
            <a:off x="8136962" y="1002354"/>
            <a:ext cx="3318647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/>
          <p:cNvSpPr>
            <a:spLocks noGrp="1"/>
          </p:cNvSpPr>
          <p:nvPr>
            <p:ph idx="21"/>
          </p:nvPr>
        </p:nvSpPr>
        <p:spPr>
          <a:xfrm>
            <a:off x="4437270" y="1002354"/>
            <a:ext cx="3318647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F4FF89D-9D2C-42F1-8E01-2E5C09D80186}"/>
              </a:ext>
            </a:extLst>
          </p:cNvPr>
          <p:cNvGrpSpPr/>
          <p:nvPr userDrawn="1"/>
        </p:nvGrpSpPr>
        <p:grpSpPr>
          <a:xfrm>
            <a:off x="111043" y="114300"/>
            <a:ext cx="1097280" cy="177800"/>
            <a:chOff x="83282" y="114300"/>
            <a:chExt cx="822960" cy="1778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1360E92-3F77-4F3C-A417-DD6A191A4927}"/>
                </a:ext>
              </a:extLst>
            </p:cNvPr>
            <p:cNvCxnSpPr/>
            <p:nvPr userDrawn="1"/>
          </p:nvCxnSpPr>
          <p:spPr>
            <a:xfrm>
              <a:off x="83282" y="114300"/>
              <a:ext cx="822960" cy="0"/>
            </a:xfrm>
            <a:prstGeom prst="line">
              <a:avLst/>
            </a:prstGeom>
            <a:ln w="44450">
              <a:solidFill>
                <a:srgbClr val="EC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89B8950-0291-4329-80A2-EDC0CBDC2370}"/>
                </a:ext>
              </a:extLst>
            </p:cNvPr>
            <p:cNvCxnSpPr/>
            <p:nvPr userDrawn="1"/>
          </p:nvCxnSpPr>
          <p:spPr>
            <a:xfrm>
              <a:off x="83282" y="203200"/>
              <a:ext cx="640080" cy="0"/>
            </a:xfrm>
            <a:prstGeom prst="line">
              <a:avLst/>
            </a:prstGeom>
            <a:ln w="44450">
              <a:solidFill>
                <a:srgbClr val="FBA9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DE72562-A962-42B4-850D-6D0AFFE30EFC}"/>
                </a:ext>
              </a:extLst>
            </p:cNvPr>
            <p:cNvCxnSpPr/>
            <p:nvPr userDrawn="1"/>
          </p:nvCxnSpPr>
          <p:spPr>
            <a:xfrm>
              <a:off x="83282" y="292100"/>
              <a:ext cx="457200" cy="0"/>
            </a:xfrm>
            <a:prstGeom prst="line">
              <a:avLst/>
            </a:prstGeom>
            <a:ln w="44450">
              <a:solidFill>
                <a:srgbClr val="184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 descr="A close up of a sign&#10;&#10;Description automatically generated">
            <a:extLst>
              <a:ext uri="{FF2B5EF4-FFF2-40B4-BE49-F238E27FC236}">
                <a16:creationId xmlns:a16="http://schemas.microsoft.com/office/drawing/2014/main" id="{81457DC9-9C52-4C3F-A3E9-5E4D963CAB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25"/>
          <a:stretch/>
        </p:blipFill>
        <p:spPr>
          <a:xfrm>
            <a:off x="167177" y="6326164"/>
            <a:ext cx="1335052" cy="360487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420C801-0BE0-4C44-B07A-E5EFBBAC40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8740" y="101340"/>
            <a:ext cx="10108248" cy="482860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3B126B-AD7C-46FB-7441-DB9890F3C9A4}"/>
              </a:ext>
            </a:extLst>
          </p:cNvPr>
          <p:cNvSpPr txBox="1"/>
          <p:nvPr userDrawn="1"/>
        </p:nvSpPr>
        <p:spPr>
          <a:xfrm>
            <a:off x="1395623" y="6326164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63239547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E0AC5A4-8E3D-D230-B76F-6850ECD4E257}"/>
              </a:ext>
            </a:extLst>
          </p:cNvPr>
          <p:cNvGrpSpPr/>
          <p:nvPr userDrawn="1"/>
        </p:nvGrpSpPr>
        <p:grpSpPr>
          <a:xfrm>
            <a:off x="111043" y="114300"/>
            <a:ext cx="1097280" cy="177800"/>
            <a:chOff x="83282" y="114300"/>
            <a:chExt cx="822960" cy="1778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EE0DD19-529C-5D6B-8842-6ABDF77C9D1D}"/>
                </a:ext>
              </a:extLst>
            </p:cNvPr>
            <p:cNvCxnSpPr/>
            <p:nvPr userDrawn="1"/>
          </p:nvCxnSpPr>
          <p:spPr>
            <a:xfrm>
              <a:off x="83282" y="114300"/>
              <a:ext cx="822960" cy="0"/>
            </a:xfrm>
            <a:prstGeom prst="line">
              <a:avLst/>
            </a:prstGeom>
            <a:ln w="44450">
              <a:solidFill>
                <a:srgbClr val="EC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B0C6A82-99EB-512D-0156-A8FBB82B2CEF}"/>
                </a:ext>
              </a:extLst>
            </p:cNvPr>
            <p:cNvCxnSpPr/>
            <p:nvPr userDrawn="1"/>
          </p:nvCxnSpPr>
          <p:spPr>
            <a:xfrm>
              <a:off x="83282" y="203200"/>
              <a:ext cx="640080" cy="0"/>
            </a:xfrm>
            <a:prstGeom prst="line">
              <a:avLst/>
            </a:prstGeom>
            <a:ln w="44450">
              <a:solidFill>
                <a:srgbClr val="FBA9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88E241D-1542-43C9-17EB-357D5C31C955}"/>
                </a:ext>
              </a:extLst>
            </p:cNvPr>
            <p:cNvCxnSpPr/>
            <p:nvPr userDrawn="1"/>
          </p:nvCxnSpPr>
          <p:spPr>
            <a:xfrm>
              <a:off x="83282" y="292100"/>
              <a:ext cx="457200" cy="0"/>
            </a:xfrm>
            <a:prstGeom prst="line">
              <a:avLst/>
            </a:prstGeom>
            <a:ln w="44450">
              <a:solidFill>
                <a:srgbClr val="184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156FC154-F0FD-2039-F2FC-0E459D745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25"/>
          <a:stretch/>
        </p:blipFill>
        <p:spPr>
          <a:xfrm>
            <a:off x="167177" y="6326164"/>
            <a:ext cx="1335052" cy="36048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51B5DE-A0DD-CB37-9DE3-EA6CCF07FA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8740" y="101340"/>
            <a:ext cx="10108248" cy="482860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AA6C0A-CBC9-8D63-7E45-33B89FE7C5FC}"/>
              </a:ext>
            </a:extLst>
          </p:cNvPr>
          <p:cNvSpPr txBox="1"/>
          <p:nvPr userDrawn="1"/>
        </p:nvSpPr>
        <p:spPr>
          <a:xfrm>
            <a:off x="1395623" y="6326164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294579484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88335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cSectionNumber">
            <a:extLst>
              <a:ext uri="{FF2B5EF4-FFF2-40B4-BE49-F238E27FC236}">
                <a16:creationId xmlns:a16="http://schemas.microsoft.com/office/drawing/2014/main" id="{8A2165B9-B2B0-2968-7D5C-EC6D455E84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7576" y="1827442"/>
            <a:ext cx="10455357" cy="1315824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z="4000" b="1" cap="all" spc="-150" baseline="0">
                <a:solidFill>
                  <a:srgbClr val="184786"/>
                </a:solidFill>
              </a:defRPr>
            </a:lvl1pPr>
            <a:lvl2pPr>
              <a:lnSpc>
                <a:spcPct val="80000"/>
              </a:lnSpc>
              <a:spcBef>
                <a:spcPts val="0"/>
              </a:spcBef>
              <a:defRPr sz="5000" spc="-150">
                <a:solidFill>
                  <a:schemeClr val="bg2"/>
                </a:solidFill>
              </a:defRPr>
            </a:lvl2pPr>
          </a:lstStyle>
          <a:p>
            <a:pPr lvl="0"/>
            <a:r>
              <a:rPr lang="en-GB"/>
              <a:t>Questions?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A618BA-2067-4F96-E5BA-3B9BCB7C48D5}"/>
              </a:ext>
            </a:extLst>
          </p:cNvPr>
          <p:cNvCxnSpPr/>
          <p:nvPr userDrawn="1"/>
        </p:nvCxnSpPr>
        <p:spPr>
          <a:xfrm>
            <a:off x="737576" y="3302000"/>
            <a:ext cx="10455357" cy="0"/>
          </a:xfrm>
          <a:prstGeom prst="line">
            <a:avLst/>
          </a:prstGeom>
          <a:ln w="44450">
            <a:solidFill>
              <a:srgbClr val="EC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D7459B-449D-921D-751E-C9CAE7609508}"/>
              </a:ext>
            </a:extLst>
          </p:cNvPr>
          <p:cNvCxnSpPr/>
          <p:nvPr userDrawn="1"/>
        </p:nvCxnSpPr>
        <p:spPr>
          <a:xfrm>
            <a:off x="737576" y="3517900"/>
            <a:ext cx="10455357" cy="0"/>
          </a:xfrm>
          <a:prstGeom prst="line">
            <a:avLst/>
          </a:prstGeom>
          <a:ln w="44450">
            <a:solidFill>
              <a:srgbClr val="FBA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64F9B540-C754-0775-6BCE-4829B202B3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25"/>
          <a:stretch/>
        </p:blipFill>
        <p:spPr>
          <a:xfrm>
            <a:off x="167177" y="6326164"/>
            <a:ext cx="1335052" cy="360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C53AB5-45EF-3911-8316-9270A13DECBC}"/>
              </a:ext>
            </a:extLst>
          </p:cNvPr>
          <p:cNvSpPr txBox="1"/>
          <p:nvPr userDrawn="1"/>
        </p:nvSpPr>
        <p:spPr>
          <a:xfrm>
            <a:off x="737576" y="3996965"/>
            <a:ext cx="10455357" cy="1828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sz="110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245B81-0A28-9C72-57B2-5FD908C2F9F5}"/>
              </a:ext>
            </a:extLst>
          </p:cNvPr>
          <p:cNvSpPr txBox="1"/>
          <p:nvPr userDrawn="1"/>
        </p:nvSpPr>
        <p:spPr>
          <a:xfrm>
            <a:off x="1395623" y="6326164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3434695609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727121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08A70-30D4-9539-A8AB-1EFE624A1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7AF96-374F-D414-B8E5-7EFA7A00F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41344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99552-8FB0-4A30-9102-00659962A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A1FF82-F847-CC06-7DCA-73E3DE89A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037A6-570A-5AD5-BD71-1FFD725C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90D53-9087-43D8-A0E6-B303F1F516E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218AF-5F93-32B8-A061-0DA8B2DC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0672E-EBB8-D06E-E0D3-1D761FA1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1B346-4A10-443B-8441-2FDBC22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454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E9B0-8439-FFB8-7E02-C49F56CCF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CEA1DF-CB01-2D81-5F78-0EBCC7EE37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287" y="547687"/>
            <a:ext cx="1216342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6095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9AB3B01-8A77-4CB3-80F2-2A40B7FEEE64}"/>
              </a:ext>
            </a:extLst>
          </p:cNvPr>
          <p:cNvGrpSpPr/>
          <p:nvPr userDrawn="1"/>
        </p:nvGrpSpPr>
        <p:grpSpPr>
          <a:xfrm>
            <a:off x="111043" y="114300"/>
            <a:ext cx="1097280" cy="177800"/>
            <a:chOff x="83282" y="114300"/>
            <a:chExt cx="822960" cy="1778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6BB7188-8BBF-46A8-8847-103FB1CD090D}"/>
                </a:ext>
              </a:extLst>
            </p:cNvPr>
            <p:cNvCxnSpPr/>
            <p:nvPr userDrawn="1"/>
          </p:nvCxnSpPr>
          <p:spPr>
            <a:xfrm>
              <a:off x="83282" y="114300"/>
              <a:ext cx="822960" cy="0"/>
            </a:xfrm>
            <a:prstGeom prst="line">
              <a:avLst/>
            </a:prstGeom>
            <a:ln w="44450">
              <a:solidFill>
                <a:srgbClr val="EC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5D2B6C8-8025-4C9C-ABD7-D1EC6CE9A15D}"/>
                </a:ext>
              </a:extLst>
            </p:cNvPr>
            <p:cNvCxnSpPr/>
            <p:nvPr userDrawn="1"/>
          </p:nvCxnSpPr>
          <p:spPr>
            <a:xfrm>
              <a:off x="83282" y="203200"/>
              <a:ext cx="640080" cy="0"/>
            </a:xfrm>
            <a:prstGeom prst="line">
              <a:avLst/>
            </a:prstGeom>
            <a:ln w="44450">
              <a:solidFill>
                <a:srgbClr val="FBA9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0D6BB9-51E5-4586-958B-53E77BC0519B}"/>
                </a:ext>
              </a:extLst>
            </p:cNvPr>
            <p:cNvCxnSpPr/>
            <p:nvPr userDrawn="1"/>
          </p:nvCxnSpPr>
          <p:spPr>
            <a:xfrm>
              <a:off x="83282" y="292100"/>
              <a:ext cx="457200" cy="0"/>
            </a:xfrm>
            <a:prstGeom prst="line">
              <a:avLst/>
            </a:prstGeom>
            <a:ln w="44450">
              <a:solidFill>
                <a:srgbClr val="184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8A4EE1C6-4D63-47C7-B3CD-E27693BD9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5325"/>
          <a:stretch/>
        </p:blipFill>
        <p:spPr>
          <a:xfrm>
            <a:off x="167178" y="6326166"/>
            <a:ext cx="1335052" cy="360487"/>
          </a:xfrm>
          <a:prstGeom prst="rect">
            <a:avLst/>
          </a:prstGeom>
        </p:spPr>
      </p:pic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6640F02-C4AB-4C33-8A3F-165CECB757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8740" y="101341"/>
            <a:ext cx="10108248" cy="482860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Agenda</a:t>
            </a:r>
          </a:p>
        </p:txBody>
      </p:sp>
      <p:graphicFrame>
        <p:nvGraphicFramePr>
          <p:cNvPr id="2" name="Table 10">
            <a:extLst>
              <a:ext uri="{FF2B5EF4-FFF2-40B4-BE49-F238E27FC236}">
                <a16:creationId xmlns:a16="http://schemas.microsoft.com/office/drawing/2014/main" id="{3DA506ED-C9AE-281C-A68B-58F1A3E19299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138814580"/>
              </p:ext>
            </p:extLst>
          </p:nvPr>
        </p:nvGraphicFramePr>
        <p:xfrm>
          <a:off x="735013" y="1021208"/>
          <a:ext cx="10721976" cy="464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125">
                  <a:extLst>
                    <a:ext uri="{9D8B030D-6E8A-4147-A177-3AD203B41FA5}">
                      <a16:colId xmlns:a16="http://schemas.microsoft.com/office/drawing/2014/main" val="1713247632"/>
                    </a:ext>
                  </a:extLst>
                </a:gridCol>
                <a:gridCol w="8402851">
                  <a:extLst>
                    <a:ext uri="{9D8B030D-6E8A-4147-A177-3AD203B41FA5}">
                      <a16:colId xmlns:a16="http://schemas.microsoft.com/office/drawing/2014/main" val="3501822820"/>
                    </a:ext>
                  </a:extLst>
                </a:gridCol>
              </a:tblGrid>
              <a:tr h="387085">
                <a:tc>
                  <a:txBody>
                    <a:bodyPr/>
                    <a:lstStyle/>
                    <a:p>
                      <a:r>
                        <a:rPr lang="en-US" sz="1600"/>
                        <a:t>Time </a:t>
                      </a:r>
                    </a:p>
                  </a:txBody>
                  <a:tcPr marR="45720">
                    <a:solidFill>
                      <a:srgbClr val="1847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Topic</a:t>
                      </a:r>
                    </a:p>
                  </a:txBody>
                  <a:tcPr>
                    <a:solidFill>
                      <a:srgbClr val="1847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67507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793384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i="1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449150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700636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074936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66260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/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336691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945382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7904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47510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975554"/>
                  </a:ext>
                </a:extLst>
              </a:tr>
              <a:tr h="387085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R="4572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874345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97B3CE2E-B0DC-F7DE-B787-24A0868C38C5}"/>
              </a:ext>
            </a:extLst>
          </p:cNvPr>
          <p:cNvSpPr/>
          <p:nvPr userDrawn="1"/>
        </p:nvSpPr>
        <p:spPr>
          <a:xfrm>
            <a:off x="159022" y="1407703"/>
            <a:ext cx="461551" cy="385352"/>
          </a:xfrm>
          <a:prstGeom prst="rightArrow">
            <a:avLst/>
          </a:prstGeom>
          <a:solidFill>
            <a:srgbClr val="FBA91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1EE15-CF24-BDD5-B46E-4630C3313D77}"/>
              </a:ext>
            </a:extLst>
          </p:cNvPr>
          <p:cNvSpPr txBox="1"/>
          <p:nvPr userDrawn="1"/>
        </p:nvSpPr>
        <p:spPr>
          <a:xfrm>
            <a:off x="1395623" y="6326165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2831852822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vider Slide A [TOC Sourc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cSectionNumber"/>
          <p:cNvSpPr>
            <a:spLocks noGrp="1"/>
          </p:cNvSpPr>
          <p:nvPr>
            <p:ph type="body" sz="quarter" idx="15" hasCustomPrompt="1"/>
          </p:nvPr>
        </p:nvSpPr>
        <p:spPr>
          <a:xfrm>
            <a:off x="737579" y="1827443"/>
            <a:ext cx="2403692" cy="13158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1" cap="all" spc="-151" baseline="0">
                <a:solidFill>
                  <a:srgbClr val="184786"/>
                </a:solidFill>
              </a:defRPr>
            </a:lvl1pPr>
            <a:lvl2pPr>
              <a:lnSpc>
                <a:spcPct val="80000"/>
              </a:lnSpc>
              <a:spcBef>
                <a:spcPts val="0"/>
              </a:spcBef>
              <a:defRPr sz="5000" spc="-151">
                <a:solidFill>
                  <a:schemeClr val="bg2"/>
                </a:solidFill>
              </a:defRPr>
            </a:lvl2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7" name="txtSecureMarker1" hidden="1"/>
          <p:cNvSpPr txBox="1"/>
          <p:nvPr userDrawn="1"/>
        </p:nvSpPr>
        <p:spPr>
          <a:xfrm>
            <a:off x="379048" y="55390"/>
            <a:ext cx="4669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>
                <a:solidFill>
                  <a:srgbClr val="000000"/>
                </a:solidFill>
              </a:rPr>
              <a:t>SC</a:t>
            </a:r>
            <a:r>
              <a:rPr lang="en-GB" sz="1100" baseline="0">
                <a:solidFill>
                  <a:srgbClr val="000000"/>
                </a:solidFill>
              </a:rPr>
              <a:t> TEXT GOES HERE</a:t>
            </a:r>
            <a:endParaRPr lang="en-GB" sz="1100">
              <a:solidFill>
                <a:srgbClr val="000000"/>
              </a:solidFill>
            </a:endParaRPr>
          </a:p>
        </p:txBody>
      </p:sp>
      <p:sp>
        <p:nvSpPr>
          <p:cNvPr id="9" name="txtSecureMarker2" hidden="1"/>
          <p:cNvSpPr txBox="1"/>
          <p:nvPr userDrawn="1"/>
        </p:nvSpPr>
        <p:spPr>
          <a:xfrm>
            <a:off x="379048" y="6534711"/>
            <a:ext cx="4669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>
                <a:solidFill>
                  <a:srgbClr val="000000"/>
                </a:solidFill>
              </a:rPr>
              <a:t>SC</a:t>
            </a:r>
            <a:r>
              <a:rPr lang="en-GB" sz="1100" baseline="0">
                <a:solidFill>
                  <a:srgbClr val="000000"/>
                </a:solidFill>
              </a:rPr>
              <a:t> TEXT GOES HERE</a:t>
            </a:r>
            <a:endParaRPr lang="en-GB" sz="1100">
              <a:solidFill>
                <a:srgbClr val="000000"/>
              </a:solidFill>
            </a:endParaRPr>
          </a:p>
        </p:txBody>
      </p:sp>
      <p:sp>
        <p:nvSpPr>
          <p:cNvPr id="12" name="plcSectionTitle">
            <a:extLst>
              <a:ext uri="{FF2B5EF4-FFF2-40B4-BE49-F238E27FC236}">
                <a16:creationId xmlns:a16="http://schemas.microsoft.com/office/drawing/2014/main" id="{A0986BAB-7A84-4675-907C-814E976DD8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7576" y="3835371"/>
            <a:ext cx="10607757" cy="2317912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Click to edit section title </a:t>
            </a:r>
          </a:p>
          <a:p>
            <a:pPr lvl="1"/>
            <a:r>
              <a:rPr lang="en-GB"/>
              <a:t>Second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93521E-AE85-43E9-948D-622DE82D8B12}"/>
              </a:ext>
            </a:extLst>
          </p:cNvPr>
          <p:cNvCxnSpPr/>
          <p:nvPr userDrawn="1"/>
        </p:nvCxnSpPr>
        <p:spPr>
          <a:xfrm>
            <a:off x="737576" y="3302000"/>
            <a:ext cx="10455357" cy="0"/>
          </a:xfrm>
          <a:prstGeom prst="line">
            <a:avLst/>
          </a:prstGeom>
          <a:ln w="44450">
            <a:solidFill>
              <a:srgbClr val="EC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8B464A-0738-4610-9E38-7B4D572EE191}"/>
              </a:ext>
            </a:extLst>
          </p:cNvPr>
          <p:cNvCxnSpPr/>
          <p:nvPr userDrawn="1"/>
        </p:nvCxnSpPr>
        <p:spPr>
          <a:xfrm>
            <a:off x="737576" y="3517900"/>
            <a:ext cx="10455357" cy="0"/>
          </a:xfrm>
          <a:prstGeom prst="line">
            <a:avLst/>
          </a:prstGeom>
          <a:ln w="44450">
            <a:solidFill>
              <a:srgbClr val="FBA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ACA73459-CE73-4DEB-AC40-149DF62789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5325"/>
          <a:stretch/>
        </p:blipFill>
        <p:spPr>
          <a:xfrm>
            <a:off x="167178" y="6326166"/>
            <a:ext cx="1335052" cy="360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59B9A6-4D4C-D935-7B53-1FC8250D1505}"/>
              </a:ext>
            </a:extLst>
          </p:cNvPr>
          <p:cNvSpPr txBox="1"/>
          <p:nvPr userDrawn="1"/>
        </p:nvSpPr>
        <p:spPr>
          <a:xfrm>
            <a:off x="1395623" y="6326165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81247997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Slide A [TOC Sourc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cSectionNumber"/>
          <p:cNvSpPr>
            <a:spLocks noGrp="1"/>
          </p:cNvSpPr>
          <p:nvPr>
            <p:ph type="body" sz="quarter" idx="15" hasCustomPrompt="1"/>
          </p:nvPr>
        </p:nvSpPr>
        <p:spPr>
          <a:xfrm>
            <a:off x="737576" y="1827443"/>
            <a:ext cx="10455357" cy="1315824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z="4000" b="1" cap="all" spc="-151" baseline="0">
                <a:solidFill>
                  <a:srgbClr val="184786"/>
                </a:solidFill>
              </a:defRPr>
            </a:lvl1pPr>
            <a:lvl2pPr>
              <a:lnSpc>
                <a:spcPct val="80000"/>
              </a:lnSpc>
              <a:spcBef>
                <a:spcPts val="0"/>
              </a:spcBef>
              <a:defRPr sz="5000" spc="-151">
                <a:solidFill>
                  <a:schemeClr val="bg2"/>
                </a:solidFill>
              </a:defRPr>
            </a:lvl2pPr>
          </a:lstStyle>
          <a:p>
            <a:pPr lvl="0"/>
            <a:r>
              <a:rPr lang="en-GB"/>
              <a:t>Contents</a:t>
            </a:r>
          </a:p>
        </p:txBody>
      </p:sp>
      <p:sp>
        <p:nvSpPr>
          <p:cNvPr id="7" name="txtSecureMarker1" hidden="1"/>
          <p:cNvSpPr txBox="1"/>
          <p:nvPr userDrawn="1"/>
        </p:nvSpPr>
        <p:spPr>
          <a:xfrm>
            <a:off x="379048" y="55390"/>
            <a:ext cx="4669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>
                <a:solidFill>
                  <a:srgbClr val="000000"/>
                </a:solidFill>
              </a:rPr>
              <a:t>SC</a:t>
            </a:r>
            <a:r>
              <a:rPr lang="en-GB" sz="1100" baseline="0">
                <a:solidFill>
                  <a:srgbClr val="000000"/>
                </a:solidFill>
              </a:rPr>
              <a:t> TEXT GOES HERE</a:t>
            </a:r>
            <a:endParaRPr lang="en-GB" sz="1100">
              <a:solidFill>
                <a:srgbClr val="000000"/>
              </a:solidFill>
            </a:endParaRPr>
          </a:p>
        </p:txBody>
      </p:sp>
      <p:sp>
        <p:nvSpPr>
          <p:cNvPr id="9" name="txtSecureMarker2" hidden="1"/>
          <p:cNvSpPr txBox="1"/>
          <p:nvPr userDrawn="1"/>
        </p:nvSpPr>
        <p:spPr>
          <a:xfrm>
            <a:off x="379048" y="6534711"/>
            <a:ext cx="4669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>
                <a:solidFill>
                  <a:srgbClr val="000000"/>
                </a:solidFill>
              </a:rPr>
              <a:t>SC</a:t>
            </a:r>
            <a:r>
              <a:rPr lang="en-GB" sz="1100" baseline="0">
                <a:solidFill>
                  <a:srgbClr val="000000"/>
                </a:solidFill>
              </a:rPr>
              <a:t> TEXT GOES HERE</a:t>
            </a:r>
            <a:endParaRPr lang="en-GB" sz="1100">
              <a:solidFill>
                <a:srgbClr val="00000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93521E-AE85-43E9-948D-622DE82D8B12}"/>
              </a:ext>
            </a:extLst>
          </p:cNvPr>
          <p:cNvCxnSpPr/>
          <p:nvPr userDrawn="1"/>
        </p:nvCxnSpPr>
        <p:spPr>
          <a:xfrm>
            <a:off x="737576" y="3302000"/>
            <a:ext cx="10455357" cy="0"/>
          </a:xfrm>
          <a:prstGeom prst="line">
            <a:avLst/>
          </a:prstGeom>
          <a:ln w="44450">
            <a:solidFill>
              <a:srgbClr val="EC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8B464A-0738-4610-9E38-7B4D572EE191}"/>
              </a:ext>
            </a:extLst>
          </p:cNvPr>
          <p:cNvCxnSpPr/>
          <p:nvPr userDrawn="1"/>
        </p:nvCxnSpPr>
        <p:spPr>
          <a:xfrm>
            <a:off x="737576" y="3517900"/>
            <a:ext cx="10455357" cy="0"/>
          </a:xfrm>
          <a:prstGeom prst="line">
            <a:avLst/>
          </a:prstGeom>
          <a:ln w="44450">
            <a:solidFill>
              <a:srgbClr val="FBA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4B824E1F-4E90-438D-877F-B0D3F5080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5325"/>
          <a:stretch/>
        </p:blipFill>
        <p:spPr>
          <a:xfrm>
            <a:off x="167178" y="6326166"/>
            <a:ext cx="1335052" cy="360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168F93-8EC3-42FF-A93F-3603A9C40DC4}"/>
              </a:ext>
            </a:extLst>
          </p:cNvPr>
          <p:cNvSpPr txBox="1"/>
          <p:nvPr userDrawn="1"/>
        </p:nvSpPr>
        <p:spPr>
          <a:xfrm>
            <a:off x="737576" y="3996965"/>
            <a:ext cx="10455357" cy="1828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sz="11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6539D-BFA0-8168-76E6-76C08F6DF554}"/>
              </a:ext>
            </a:extLst>
          </p:cNvPr>
          <p:cNvSpPr txBox="1"/>
          <p:nvPr userDrawn="1"/>
        </p:nvSpPr>
        <p:spPr>
          <a:xfrm>
            <a:off x="1395623" y="6326165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26152086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579" y="1021210"/>
            <a:ext cx="10719777" cy="464502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348740" y="101341"/>
            <a:ext cx="10108248" cy="482860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B7731D-25E4-443B-B7AB-B306C1F71EBA}"/>
              </a:ext>
            </a:extLst>
          </p:cNvPr>
          <p:cNvGrpSpPr/>
          <p:nvPr userDrawn="1"/>
        </p:nvGrpSpPr>
        <p:grpSpPr>
          <a:xfrm>
            <a:off x="111043" y="114300"/>
            <a:ext cx="1097280" cy="177800"/>
            <a:chOff x="83282" y="114300"/>
            <a:chExt cx="822960" cy="1778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AD21032-1315-43E4-8AF7-74B347F86545}"/>
                </a:ext>
              </a:extLst>
            </p:cNvPr>
            <p:cNvCxnSpPr/>
            <p:nvPr userDrawn="1"/>
          </p:nvCxnSpPr>
          <p:spPr>
            <a:xfrm>
              <a:off x="83282" y="114300"/>
              <a:ext cx="822960" cy="0"/>
            </a:xfrm>
            <a:prstGeom prst="line">
              <a:avLst/>
            </a:prstGeom>
            <a:ln w="44450">
              <a:solidFill>
                <a:srgbClr val="EC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C81B4A4-584D-4B0B-9733-332D9B01797A}"/>
                </a:ext>
              </a:extLst>
            </p:cNvPr>
            <p:cNvCxnSpPr/>
            <p:nvPr userDrawn="1"/>
          </p:nvCxnSpPr>
          <p:spPr>
            <a:xfrm>
              <a:off x="83282" y="203200"/>
              <a:ext cx="640080" cy="0"/>
            </a:xfrm>
            <a:prstGeom prst="line">
              <a:avLst/>
            </a:prstGeom>
            <a:ln w="44450">
              <a:solidFill>
                <a:srgbClr val="FBA9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B565FEE-8778-4745-A311-3B154C59E027}"/>
                </a:ext>
              </a:extLst>
            </p:cNvPr>
            <p:cNvCxnSpPr/>
            <p:nvPr userDrawn="1"/>
          </p:nvCxnSpPr>
          <p:spPr>
            <a:xfrm>
              <a:off x="83282" y="292100"/>
              <a:ext cx="457200" cy="0"/>
            </a:xfrm>
            <a:prstGeom prst="line">
              <a:avLst/>
            </a:prstGeom>
            <a:ln w="44450">
              <a:solidFill>
                <a:srgbClr val="184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1FEE6753-D5D0-412A-A36D-EE18C396F1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5325"/>
          <a:stretch/>
        </p:blipFill>
        <p:spPr>
          <a:xfrm>
            <a:off x="167178" y="6326166"/>
            <a:ext cx="1335052" cy="3604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E6BAA2-59A3-A799-AC3B-E690C22DE0E2}"/>
              </a:ext>
            </a:extLst>
          </p:cNvPr>
          <p:cNvSpPr txBox="1"/>
          <p:nvPr userDrawn="1"/>
        </p:nvSpPr>
        <p:spPr>
          <a:xfrm>
            <a:off x="1395623" y="6326165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8040814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88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8"/>
          </p:nvPr>
        </p:nvSpPr>
        <p:spPr>
          <a:xfrm>
            <a:off x="737578" y="1011781"/>
            <a:ext cx="5161847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idx="19"/>
          </p:nvPr>
        </p:nvSpPr>
        <p:spPr>
          <a:xfrm>
            <a:off x="6293763" y="1011781"/>
            <a:ext cx="5161847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3FCF98-6B55-4846-8231-BED272B75B6B}"/>
              </a:ext>
            </a:extLst>
          </p:cNvPr>
          <p:cNvGrpSpPr/>
          <p:nvPr userDrawn="1"/>
        </p:nvGrpSpPr>
        <p:grpSpPr>
          <a:xfrm>
            <a:off x="111043" y="114300"/>
            <a:ext cx="1097280" cy="177800"/>
            <a:chOff x="83282" y="114300"/>
            <a:chExt cx="822960" cy="1778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5B8D039-F5D4-406B-8CC3-A9B6AEE77814}"/>
                </a:ext>
              </a:extLst>
            </p:cNvPr>
            <p:cNvCxnSpPr/>
            <p:nvPr userDrawn="1"/>
          </p:nvCxnSpPr>
          <p:spPr>
            <a:xfrm>
              <a:off x="83282" y="114300"/>
              <a:ext cx="822960" cy="0"/>
            </a:xfrm>
            <a:prstGeom prst="line">
              <a:avLst/>
            </a:prstGeom>
            <a:ln w="44450">
              <a:solidFill>
                <a:srgbClr val="EC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16C43D3-8D5D-4C82-B38A-7F70A317B4FA}"/>
                </a:ext>
              </a:extLst>
            </p:cNvPr>
            <p:cNvCxnSpPr/>
            <p:nvPr userDrawn="1"/>
          </p:nvCxnSpPr>
          <p:spPr>
            <a:xfrm>
              <a:off x="83282" y="203200"/>
              <a:ext cx="640080" cy="0"/>
            </a:xfrm>
            <a:prstGeom prst="line">
              <a:avLst/>
            </a:prstGeom>
            <a:ln w="44450">
              <a:solidFill>
                <a:srgbClr val="FBA9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76ED8E2-6A08-4060-BDBA-BF8E30E8E527}"/>
                </a:ext>
              </a:extLst>
            </p:cNvPr>
            <p:cNvCxnSpPr/>
            <p:nvPr userDrawn="1"/>
          </p:nvCxnSpPr>
          <p:spPr>
            <a:xfrm>
              <a:off x="83282" y="292100"/>
              <a:ext cx="457200" cy="0"/>
            </a:xfrm>
            <a:prstGeom prst="line">
              <a:avLst/>
            </a:prstGeom>
            <a:ln w="44450">
              <a:solidFill>
                <a:srgbClr val="184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0FC51DBF-E9A7-4373-8B29-E3A6119EA6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5325"/>
          <a:stretch/>
        </p:blipFill>
        <p:spPr>
          <a:xfrm>
            <a:off x="167178" y="6326166"/>
            <a:ext cx="1335052" cy="360487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AFF5866-CF94-4563-8219-6B952F08FE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8740" y="101341"/>
            <a:ext cx="10108248" cy="482860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16E5FE-5F69-1AE7-EF14-648DA217A81A}"/>
              </a:ext>
            </a:extLst>
          </p:cNvPr>
          <p:cNvSpPr txBox="1"/>
          <p:nvPr userDrawn="1"/>
        </p:nvSpPr>
        <p:spPr>
          <a:xfrm>
            <a:off x="1395623" y="6326165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112171606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9"/>
          </p:nvPr>
        </p:nvSpPr>
        <p:spPr>
          <a:xfrm>
            <a:off x="737577" y="1011781"/>
            <a:ext cx="6557539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Content Placeholder 2"/>
          <p:cNvSpPr>
            <a:spLocks noGrp="1"/>
          </p:cNvSpPr>
          <p:nvPr>
            <p:ph idx="18"/>
          </p:nvPr>
        </p:nvSpPr>
        <p:spPr>
          <a:xfrm>
            <a:off x="7662869" y="1011781"/>
            <a:ext cx="3792739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BED56D-F98F-4EC4-9EA7-F959AB304D90}"/>
              </a:ext>
            </a:extLst>
          </p:cNvPr>
          <p:cNvGrpSpPr/>
          <p:nvPr userDrawn="1"/>
        </p:nvGrpSpPr>
        <p:grpSpPr>
          <a:xfrm>
            <a:off x="111043" y="114300"/>
            <a:ext cx="1097280" cy="177800"/>
            <a:chOff x="83282" y="114300"/>
            <a:chExt cx="822960" cy="1778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89E9FD9-451C-4B5F-A429-EF26B79F7559}"/>
                </a:ext>
              </a:extLst>
            </p:cNvPr>
            <p:cNvCxnSpPr/>
            <p:nvPr userDrawn="1"/>
          </p:nvCxnSpPr>
          <p:spPr>
            <a:xfrm>
              <a:off x="83282" y="114300"/>
              <a:ext cx="822960" cy="0"/>
            </a:xfrm>
            <a:prstGeom prst="line">
              <a:avLst/>
            </a:prstGeom>
            <a:ln w="44450">
              <a:solidFill>
                <a:srgbClr val="EC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EFE1CE5-8643-4E71-A04E-57E5A58AF4AB}"/>
                </a:ext>
              </a:extLst>
            </p:cNvPr>
            <p:cNvCxnSpPr/>
            <p:nvPr userDrawn="1"/>
          </p:nvCxnSpPr>
          <p:spPr>
            <a:xfrm>
              <a:off x="83282" y="203200"/>
              <a:ext cx="640080" cy="0"/>
            </a:xfrm>
            <a:prstGeom prst="line">
              <a:avLst/>
            </a:prstGeom>
            <a:ln w="44450">
              <a:solidFill>
                <a:srgbClr val="FBA9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F38A2F7-7CA0-4DAD-A0BB-3C5674BC81F9}"/>
                </a:ext>
              </a:extLst>
            </p:cNvPr>
            <p:cNvCxnSpPr/>
            <p:nvPr userDrawn="1"/>
          </p:nvCxnSpPr>
          <p:spPr>
            <a:xfrm>
              <a:off x="83282" y="292100"/>
              <a:ext cx="457200" cy="0"/>
            </a:xfrm>
            <a:prstGeom prst="line">
              <a:avLst/>
            </a:prstGeom>
            <a:ln w="44450">
              <a:solidFill>
                <a:srgbClr val="184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BEBCC307-40C0-46D7-8A50-F21251A3A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5325"/>
          <a:stretch/>
        </p:blipFill>
        <p:spPr>
          <a:xfrm>
            <a:off x="167178" y="6326166"/>
            <a:ext cx="1335052" cy="360487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466D03C-6AC8-486A-8D36-94A0A93C21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8740" y="101341"/>
            <a:ext cx="10108248" cy="482860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9B9A4A-B213-D105-1A29-F4E955B1FB9B}"/>
              </a:ext>
            </a:extLst>
          </p:cNvPr>
          <p:cNvSpPr txBox="1"/>
          <p:nvPr userDrawn="1"/>
        </p:nvSpPr>
        <p:spPr>
          <a:xfrm>
            <a:off x="1395623" y="6326165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2231042266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9"/>
          </p:nvPr>
        </p:nvSpPr>
        <p:spPr>
          <a:xfrm>
            <a:off x="737578" y="1002356"/>
            <a:ext cx="3318647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/>
          <p:cNvSpPr>
            <a:spLocks noGrp="1"/>
          </p:cNvSpPr>
          <p:nvPr>
            <p:ph idx="20"/>
          </p:nvPr>
        </p:nvSpPr>
        <p:spPr>
          <a:xfrm>
            <a:off x="8136963" y="1002356"/>
            <a:ext cx="3318647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/>
          <p:cNvSpPr>
            <a:spLocks noGrp="1"/>
          </p:cNvSpPr>
          <p:nvPr>
            <p:ph idx="21"/>
          </p:nvPr>
        </p:nvSpPr>
        <p:spPr>
          <a:xfrm>
            <a:off x="4437271" y="1002356"/>
            <a:ext cx="3318647" cy="4645025"/>
          </a:xfrm>
        </p:spPr>
        <p:txBody>
          <a:bodyPr numCol="1" spcCol="18000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baseline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F4FF89D-9D2C-42F1-8E01-2E5C09D80186}"/>
              </a:ext>
            </a:extLst>
          </p:cNvPr>
          <p:cNvGrpSpPr/>
          <p:nvPr userDrawn="1"/>
        </p:nvGrpSpPr>
        <p:grpSpPr>
          <a:xfrm>
            <a:off x="111043" y="114300"/>
            <a:ext cx="1097280" cy="177800"/>
            <a:chOff x="83282" y="114300"/>
            <a:chExt cx="822960" cy="1778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1360E92-3F77-4F3C-A417-DD6A191A4927}"/>
                </a:ext>
              </a:extLst>
            </p:cNvPr>
            <p:cNvCxnSpPr/>
            <p:nvPr userDrawn="1"/>
          </p:nvCxnSpPr>
          <p:spPr>
            <a:xfrm>
              <a:off x="83282" y="114300"/>
              <a:ext cx="822960" cy="0"/>
            </a:xfrm>
            <a:prstGeom prst="line">
              <a:avLst/>
            </a:prstGeom>
            <a:ln w="44450">
              <a:solidFill>
                <a:srgbClr val="EC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89B8950-0291-4329-80A2-EDC0CBDC2370}"/>
                </a:ext>
              </a:extLst>
            </p:cNvPr>
            <p:cNvCxnSpPr/>
            <p:nvPr userDrawn="1"/>
          </p:nvCxnSpPr>
          <p:spPr>
            <a:xfrm>
              <a:off x="83282" y="203200"/>
              <a:ext cx="640080" cy="0"/>
            </a:xfrm>
            <a:prstGeom prst="line">
              <a:avLst/>
            </a:prstGeom>
            <a:ln w="44450">
              <a:solidFill>
                <a:srgbClr val="FBA9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DE72562-A962-42B4-850D-6D0AFFE30EFC}"/>
                </a:ext>
              </a:extLst>
            </p:cNvPr>
            <p:cNvCxnSpPr/>
            <p:nvPr userDrawn="1"/>
          </p:nvCxnSpPr>
          <p:spPr>
            <a:xfrm>
              <a:off x="83282" y="292100"/>
              <a:ext cx="457200" cy="0"/>
            </a:xfrm>
            <a:prstGeom prst="line">
              <a:avLst/>
            </a:prstGeom>
            <a:ln w="44450">
              <a:solidFill>
                <a:srgbClr val="184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 descr="A close up of a sign&#10;&#10;Description automatically generated">
            <a:extLst>
              <a:ext uri="{FF2B5EF4-FFF2-40B4-BE49-F238E27FC236}">
                <a16:creationId xmlns:a16="http://schemas.microsoft.com/office/drawing/2014/main" id="{81457DC9-9C52-4C3F-A3E9-5E4D963CAB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5325"/>
          <a:stretch/>
        </p:blipFill>
        <p:spPr>
          <a:xfrm>
            <a:off x="167178" y="6326166"/>
            <a:ext cx="1335052" cy="360487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420C801-0BE0-4C44-B07A-E5EFBBAC40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8740" y="101341"/>
            <a:ext cx="10108248" cy="482860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3B126B-AD7C-46FB-7441-DB9890F3C9A4}"/>
              </a:ext>
            </a:extLst>
          </p:cNvPr>
          <p:cNvSpPr txBox="1"/>
          <p:nvPr userDrawn="1"/>
        </p:nvSpPr>
        <p:spPr>
          <a:xfrm>
            <a:off x="1395623" y="6326165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110206391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E0AC5A4-8E3D-D230-B76F-6850ECD4E257}"/>
              </a:ext>
            </a:extLst>
          </p:cNvPr>
          <p:cNvGrpSpPr/>
          <p:nvPr userDrawn="1"/>
        </p:nvGrpSpPr>
        <p:grpSpPr>
          <a:xfrm>
            <a:off x="111043" y="114300"/>
            <a:ext cx="1097280" cy="177800"/>
            <a:chOff x="83282" y="114300"/>
            <a:chExt cx="822960" cy="1778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EE0DD19-529C-5D6B-8842-6ABDF77C9D1D}"/>
                </a:ext>
              </a:extLst>
            </p:cNvPr>
            <p:cNvCxnSpPr/>
            <p:nvPr userDrawn="1"/>
          </p:nvCxnSpPr>
          <p:spPr>
            <a:xfrm>
              <a:off x="83282" y="114300"/>
              <a:ext cx="822960" cy="0"/>
            </a:xfrm>
            <a:prstGeom prst="line">
              <a:avLst/>
            </a:prstGeom>
            <a:ln w="44450">
              <a:solidFill>
                <a:srgbClr val="EC22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B0C6A82-99EB-512D-0156-A8FBB82B2CEF}"/>
                </a:ext>
              </a:extLst>
            </p:cNvPr>
            <p:cNvCxnSpPr/>
            <p:nvPr userDrawn="1"/>
          </p:nvCxnSpPr>
          <p:spPr>
            <a:xfrm>
              <a:off x="83282" y="203200"/>
              <a:ext cx="640080" cy="0"/>
            </a:xfrm>
            <a:prstGeom prst="line">
              <a:avLst/>
            </a:prstGeom>
            <a:ln w="44450">
              <a:solidFill>
                <a:srgbClr val="FBA9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88E241D-1542-43C9-17EB-357D5C31C955}"/>
                </a:ext>
              </a:extLst>
            </p:cNvPr>
            <p:cNvCxnSpPr/>
            <p:nvPr userDrawn="1"/>
          </p:nvCxnSpPr>
          <p:spPr>
            <a:xfrm>
              <a:off x="83282" y="292100"/>
              <a:ext cx="457200" cy="0"/>
            </a:xfrm>
            <a:prstGeom prst="line">
              <a:avLst/>
            </a:prstGeom>
            <a:ln w="44450">
              <a:solidFill>
                <a:srgbClr val="184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156FC154-F0FD-2039-F2FC-0E459D745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5325"/>
          <a:stretch/>
        </p:blipFill>
        <p:spPr>
          <a:xfrm>
            <a:off x="167178" y="6326166"/>
            <a:ext cx="1335052" cy="36048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51B5DE-A0DD-CB37-9DE3-EA6CCF07FA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8740" y="101341"/>
            <a:ext cx="10108248" cy="482860"/>
          </a:xfrm>
        </p:spPr>
        <p:txBody>
          <a:bodyPr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cap="none" spc="0" baseline="0">
                <a:solidFill>
                  <a:srgbClr val="184786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 cap="none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700" spc="0">
                <a:solidFill>
                  <a:srgbClr val="7A91A6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spc="0">
                <a:solidFill>
                  <a:srgbClr val="7A91A6"/>
                </a:solidFill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AA6C0A-CBC9-8D63-7E45-33B89FE7C5FC}"/>
              </a:ext>
            </a:extLst>
          </p:cNvPr>
          <p:cNvSpPr txBox="1"/>
          <p:nvPr userDrawn="1"/>
        </p:nvSpPr>
        <p:spPr>
          <a:xfrm>
            <a:off x="1395623" y="6326165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2265287212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cSectionNumber">
            <a:extLst>
              <a:ext uri="{FF2B5EF4-FFF2-40B4-BE49-F238E27FC236}">
                <a16:creationId xmlns:a16="http://schemas.microsoft.com/office/drawing/2014/main" id="{8A2165B9-B2B0-2968-7D5C-EC6D455E84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7576" y="1827443"/>
            <a:ext cx="10455357" cy="1315824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z="4000" b="1" cap="all" spc="-151" baseline="0">
                <a:solidFill>
                  <a:srgbClr val="184786"/>
                </a:solidFill>
              </a:defRPr>
            </a:lvl1pPr>
            <a:lvl2pPr>
              <a:lnSpc>
                <a:spcPct val="80000"/>
              </a:lnSpc>
              <a:spcBef>
                <a:spcPts val="0"/>
              </a:spcBef>
              <a:defRPr sz="5000" spc="-151">
                <a:solidFill>
                  <a:schemeClr val="bg2"/>
                </a:solidFill>
              </a:defRPr>
            </a:lvl2pPr>
          </a:lstStyle>
          <a:p>
            <a:pPr lvl="0"/>
            <a:r>
              <a:rPr lang="en-GB"/>
              <a:t>Questions?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A618BA-2067-4F96-E5BA-3B9BCB7C48D5}"/>
              </a:ext>
            </a:extLst>
          </p:cNvPr>
          <p:cNvCxnSpPr/>
          <p:nvPr userDrawn="1"/>
        </p:nvCxnSpPr>
        <p:spPr>
          <a:xfrm>
            <a:off x="737576" y="3302000"/>
            <a:ext cx="10455357" cy="0"/>
          </a:xfrm>
          <a:prstGeom prst="line">
            <a:avLst/>
          </a:prstGeom>
          <a:ln w="44450">
            <a:solidFill>
              <a:srgbClr val="EC22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D7459B-449D-921D-751E-C9CAE7609508}"/>
              </a:ext>
            </a:extLst>
          </p:cNvPr>
          <p:cNvCxnSpPr/>
          <p:nvPr userDrawn="1"/>
        </p:nvCxnSpPr>
        <p:spPr>
          <a:xfrm>
            <a:off x="737576" y="3517900"/>
            <a:ext cx="10455357" cy="0"/>
          </a:xfrm>
          <a:prstGeom prst="line">
            <a:avLst/>
          </a:prstGeom>
          <a:ln w="44450">
            <a:solidFill>
              <a:srgbClr val="FBA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64F9B540-C754-0775-6BCE-4829B202B3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5325"/>
          <a:stretch/>
        </p:blipFill>
        <p:spPr>
          <a:xfrm>
            <a:off x="167178" y="6326166"/>
            <a:ext cx="1335052" cy="360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C53AB5-45EF-3911-8316-9270A13DECBC}"/>
              </a:ext>
            </a:extLst>
          </p:cNvPr>
          <p:cNvSpPr txBox="1"/>
          <p:nvPr userDrawn="1"/>
        </p:nvSpPr>
        <p:spPr>
          <a:xfrm>
            <a:off x="737576" y="3996965"/>
            <a:ext cx="10455357" cy="1828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sz="110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245B81-0A28-9C72-57B2-5FD908C2F9F5}"/>
              </a:ext>
            </a:extLst>
          </p:cNvPr>
          <p:cNvSpPr txBox="1"/>
          <p:nvPr userDrawn="1"/>
        </p:nvSpPr>
        <p:spPr>
          <a:xfrm>
            <a:off x="1395623" y="6326165"/>
            <a:ext cx="914400" cy="3209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500">
                <a:gradFill flip="none" rotWithShape="1">
                  <a:gsLst>
                    <a:gs pos="0">
                      <a:srgbClr val="DB252E"/>
                    </a:gs>
                    <a:gs pos="50000">
                      <a:srgbClr val="76375B"/>
                    </a:gs>
                    <a:gs pos="100000">
                      <a:srgbClr val="29447D"/>
                    </a:gs>
                  </a:gsLst>
                  <a:lin ang="5400000" scaled="1"/>
                  <a:tileRect/>
                </a:gradFill>
                <a:latin typeface="Arial Black" panose="020B0A04020102020204" pitchFamily="34" charset="0"/>
              </a:rPr>
              <a:t>~UDP</a:t>
            </a:r>
          </a:p>
        </p:txBody>
      </p:sp>
    </p:spTree>
    <p:extLst>
      <p:ext uri="{BB962C8B-B14F-4D97-AF65-F5344CB8AC3E}">
        <p14:creationId xmlns:p14="http://schemas.microsoft.com/office/powerpoint/2010/main" val="129505568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99552-8FB0-4A30-9102-00659962A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A1FF82-F847-CC06-7DCA-73E3DE89A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037A6-570A-5AD5-BD71-1FFD725C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90D53-9087-43D8-A0E6-B303F1F516E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218AF-5F93-32B8-A061-0DA8B2DC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0672E-EBB8-D06E-E0D3-1D761FA1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1B346-4A10-443B-8441-2FDBC22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0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6BE968-F622-442D-A29F-12C3D2FB3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E4369-42CE-4434-AF1D-0FB7CCC0B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22C64-B95B-451A-91D9-4468CCABA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9A3AA-5CC1-4409-A3F5-5174B3C1B3E1}" type="datetimeFigureOut">
              <a:rPr lang="en-CA" smtClean="0"/>
              <a:t>2026-06-03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77D4E-9F40-469E-826A-71215D29D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2E278-C975-4B0C-A076-5A4A9424A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7D708-D0CD-4292-9B9E-AB6E18DC2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254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7579" y="301681"/>
            <a:ext cx="10719777" cy="390466"/>
          </a:xfrm>
          <a:prstGeom prst="rect">
            <a:avLst/>
          </a:prstGeom>
        </p:spPr>
        <p:txBody>
          <a:bodyPr vert="horz" lIns="0" tIns="0" rIns="9144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578" y="1520829"/>
            <a:ext cx="10719777" cy="46450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xtSecureMarker2" hidden="1"/>
          <p:cNvSpPr txBox="1"/>
          <p:nvPr userDrawn="1"/>
        </p:nvSpPr>
        <p:spPr>
          <a:xfrm>
            <a:off x="3761256" y="6530086"/>
            <a:ext cx="4669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>
                <a:solidFill>
                  <a:srgbClr val="000000"/>
                </a:solidFill>
              </a:rPr>
              <a:t>SC</a:t>
            </a:r>
            <a:r>
              <a:rPr lang="en-GB" sz="1100" baseline="0">
                <a:solidFill>
                  <a:srgbClr val="000000"/>
                </a:solidFill>
              </a:rPr>
              <a:t> TEXT GOES HERE</a:t>
            </a:r>
            <a:endParaRPr lang="en-GB" sz="1100">
              <a:solidFill>
                <a:srgbClr val="000000"/>
              </a:solidFill>
            </a:endParaRPr>
          </a:p>
        </p:txBody>
      </p:sp>
      <p:sp>
        <p:nvSpPr>
          <p:cNvPr id="11" name="txtSecureMarker1" hidden="1"/>
          <p:cNvSpPr txBox="1"/>
          <p:nvPr userDrawn="1"/>
        </p:nvSpPr>
        <p:spPr>
          <a:xfrm>
            <a:off x="3761256" y="35252"/>
            <a:ext cx="4669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>
                <a:solidFill>
                  <a:srgbClr val="000000"/>
                </a:solidFill>
              </a:rPr>
              <a:t>SC</a:t>
            </a:r>
            <a:r>
              <a:rPr lang="en-GB" sz="1100" baseline="0">
                <a:solidFill>
                  <a:srgbClr val="000000"/>
                </a:solidFill>
              </a:rPr>
              <a:t> TEXT GOES HERE</a:t>
            </a:r>
            <a:endParaRPr lang="en-GB" sz="1100">
              <a:solidFill>
                <a:srgbClr val="000000"/>
              </a:solidFill>
            </a:endParaRPr>
          </a:p>
        </p:txBody>
      </p:sp>
      <p:sp>
        <p:nvSpPr>
          <p:cNvPr id="10" name="plcSlideNumber"/>
          <p:cNvSpPr>
            <a:spLocks noGrp="1"/>
          </p:cNvSpPr>
          <p:nvPr userDrawn="1"/>
        </p:nvSpPr>
        <p:spPr>
          <a:xfrm>
            <a:off x="10955401" y="6548183"/>
            <a:ext cx="857555" cy="211454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764D758-178E-4044-96D2-948E9A9D94EB}" type="slidenum">
              <a:rPr lang="en-GB" sz="1100" smtClean="0">
                <a:solidFill>
                  <a:srgbClr val="184786"/>
                </a:solidFill>
              </a:rPr>
              <a:pPr algn="r"/>
              <a:t>‹#›</a:t>
            </a:fld>
            <a:endParaRPr lang="en-GB" sz="1100">
              <a:solidFill>
                <a:srgbClr val="1847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70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ransition>
    <p:fade/>
  </p:transition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b="1" kern="1200" cap="none" spc="0" baseline="0">
          <a:solidFill>
            <a:srgbClr val="184786"/>
          </a:solidFill>
          <a:latin typeface="+mj-lt"/>
          <a:ea typeface="+mj-ea"/>
          <a:cs typeface="+mj-cs"/>
        </a:defRPr>
      </a:lvl1pPr>
    </p:titleStyle>
    <p:bodyStyle>
      <a:lvl1pPr marL="0" indent="0" algn="l" defTabSz="17938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4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7938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400" b="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17938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00" indent="-182563" algn="l" defTabSz="17938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358775" indent="-183600" algn="l" defTabSz="17938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bg2"/>
        </a:buClr>
        <a:buSzPct val="100000"/>
        <a:buFont typeface="Arial" panose="020B0604020202020204" pitchFamily="34" charset="0"/>
        <a:buChar char="-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541338" indent="-182563" algn="l" defTabSz="17938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bg2"/>
        </a:buClr>
        <a:buSzPct val="80000"/>
        <a:buFont typeface="Wingdings" panose="05000000000000000000" pitchFamily="2" charset="2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720000" indent="-183600" algn="l" defTabSz="17938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898525" indent="-182563" algn="l" defTabSz="17938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-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179388" indent="0" algn="l" defTabSz="17938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bg2"/>
        </a:buClr>
        <a:buSzPct val="80000"/>
        <a:buFont typeface="Wingdings" panose="05000000000000000000" pitchFamily="2" charset="2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63">
          <p15:clr>
            <a:srgbClr val="F26B43"/>
          </p15:clr>
        </p15:guide>
        <p15:guide id="2" pos="7217">
          <p15:clr>
            <a:srgbClr val="F26B43"/>
          </p15:clr>
        </p15:guide>
        <p15:guide id="3" pos="239">
          <p15:clr>
            <a:srgbClr val="F26B43"/>
          </p15:clr>
        </p15:guide>
        <p15:guide id="4" pos="7441">
          <p15:clr>
            <a:srgbClr val="F26B43"/>
          </p15:clr>
        </p15:guide>
        <p15:guide id="5" orient="horz" pos="187">
          <p15:clr>
            <a:srgbClr val="F26B43"/>
          </p15:clr>
        </p15:guide>
        <p15:guide id="7" orient="horz" pos="368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1" orient="horz" pos="958">
          <p15:clr>
            <a:srgbClr val="F26B43"/>
          </p15:clr>
        </p15:guide>
        <p15:guide id="12" orient="horz" pos="82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1795E38-814D-48F3-9D71-9E2D26D5A3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06204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8952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24CAA98-5A5A-EDD6-6F1D-3B735469CE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30245" y="1817052"/>
            <a:ext cx="5731510" cy="32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89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C47AFE-8C26-23B5-1625-098C85027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75" y="2276475"/>
            <a:ext cx="573405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47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F1C161-5124-CF0D-80B6-A401F680E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0278"/>
            <a:ext cx="12192000" cy="3137444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05C12568-644A-F0EE-5800-5007F88DCC48}"/>
              </a:ext>
            </a:extLst>
          </p:cNvPr>
          <p:cNvSpPr/>
          <p:nvPr/>
        </p:nvSpPr>
        <p:spPr>
          <a:xfrm>
            <a:off x="1101969" y="3240258"/>
            <a:ext cx="1772529" cy="1125416"/>
          </a:xfrm>
          <a:prstGeom prst="cloud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</a:rPr>
              <a:t>M11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6334ED1B-5ED5-5628-31BF-F5F7525D4A7B}"/>
              </a:ext>
            </a:extLst>
          </p:cNvPr>
          <p:cNvSpPr/>
          <p:nvPr/>
        </p:nvSpPr>
        <p:spPr>
          <a:xfrm>
            <a:off x="6236677" y="3090203"/>
            <a:ext cx="1772529" cy="1125416"/>
          </a:xfrm>
          <a:prstGeom prst="cloud">
            <a:avLst/>
          </a:prstGeom>
          <a:solidFill>
            <a:srgbClr val="B7DE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</a:rPr>
              <a:t>USDM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248B2750-B148-7418-11FA-56035A12A208}"/>
              </a:ext>
            </a:extLst>
          </p:cNvPr>
          <p:cNvSpPr/>
          <p:nvPr/>
        </p:nvSpPr>
        <p:spPr>
          <a:xfrm>
            <a:off x="10011507" y="3090203"/>
            <a:ext cx="1772529" cy="1125416"/>
          </a:xfrm>
          <a:prstGeom prst="cloud">
            <a:avLst/>
          </a:prstGeom>
          <a:solidFill>
            <a:srgbClr val="FFEB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</a:rPr>
              <a:t>FHIR</a:t>
            </a:r>
          </a:p>
        </p:txBody>
      </p:sp>
    </p:spTree>
    <p:extLst>
      <p:ext uri="{BB962C8B-B14F-4D97-AF65-F5344CB8AC3E}">
        <p14:creationId xmlns:p14="http://schemas.microsoft.com/office/powerpoint/2010/main" val="75211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3CC415-CBA9-9B1F-46D5-1B9DD964084B}"/>
              </a:ext>
            </a:extLst>
          </p:cNvPr>
          <p:cNvSpPr/>
          <p:nvPr/>
        </p:nvSpPr>
        <p:spPr>
          <a:xfrm>
            <a:off x="3595017" y="1193044"/>
            <a:ext cx="2672862" cy="952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FHIR Representation</a:t>
            </a:r>
            <a:br>
              <a:rPr lang="en-GB" dirty="0"/>
            </a:br>
            <a:r>
              <a:rPr lang="en-GB" dirty="0"/>
              <a:t>in UDP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E0A8945-7E85-B211-E3CA-26AE0311CB6E}"/>
              </a:ext>
            </a:extLst>
          </p:cNvPr>
          <p:cNvSpPr/>
          <p:nvPr/>
        </p:nvSpPr>
        <p:spPr>
          <a:xfrm>
            <a:off x="3113649" y="3146475"/>
            <a:ext cx="1688123" cy="90033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Narrative Form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2D0DEE-EB86-6EAA-6615-449AE14875C8}"/>
              </a:ext>
            </a:extLst>
          </p:cNvPr>
          <p:cNvSpPr/>
          <p:nvPr/>
        </p:nvSpPr>
        <p:spPr>
          <a:xfrm>
            <a:off x="5327545" y="3146475"/>
            <a:ext cx="1688123" cy="1002955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Structured Form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FE5A51BC-65F6-794E-5DA5-012336DA6CE8}"/>
              </a:ext>
            </a:extLst>
          </p:cNvPr>
          <p:cNvSpPr/>
          <p:nvPr/>
        </p:nvSpPr>
        <p:spPr>
          <a:xfrm rot="1684902">
            <a:off x="3935313" y="2340062"/>
            <a:ext cx="480486" cy="751738"/>
          </a:xfrm>
          <a:prstGeom prst="downArrow">
            <a:avLst/>
          </a:prstGeom>
          <a:gradFill>
            <a:gsLst>
              <a:gs pos="0">
                <a:srgbClr val="0070C0"/>
              </a:gs>
              <a:gs pos="62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8739C98-54BE-C342-A486-37C89452767D}"/>
              </a:ext>
            </a:extLst>
          </p:cNvPr>
          <p:cNvSpPr/>
          <p:nvPr/>
        </p:nvSpPr>
        <p:spPr>
          <a:xfrm rot="19476766">
            <a:off x="5528669" y="2339218"/>
            <a:ext cx="480486" cy="751738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32000">
                <a:schemeClr val="accent6">
                  <a:lumMod val="97000"/>
                  <a:lumOff val="3000"/>
                </a:schemeClr>
              </a:gs>
              <a:gs pos="100000">
                <a:srgbClr val="0070C0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881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E87614-484C-D493-07B7-2560D22A47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Narrative Content Representation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143776-E2C8-12AF-C726-1169F9FB5760}"/>
              </a:ext>
            </a:extLst>
          </p:cNvPr>
          <p:cNvSpPr/>
          <p:nvPr/>
        </p:nvSpPr>
        <p:spPr>
          <a:xfrm>
            <a:off x="1769624" y="1125980"/>
            <a:ext cx="1824866" cy="713822"/>
          </a:xfrm>
          <a:prstGeom prst="rect">
            <a:avLst/>
          </a:prstGeom>
          <a:solidFill>
            <a:srgbClr val="49BE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>
                <a:solidFill>
                  <a:schemeClr val="bg1"/>
                </a:solidFill>
              </a:rPr>
              <a:t>ResearchStudy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36A34A-32B3-AE81-C1D0-C20CCA6D0AA9}"/>
              </a:ext>
            </a:extLst>
          </p:cNvPr>
          <p:cNvSpPr/>
          <p:nvPr/>
        </p:nvSpPr>
        <p:spPr>
          <a:xfrm>
            <a:off x="1769624" y="2589410"/>
            <a:ext cx="1824866" cy="594667"/>
          </a:xfrm>
          <a:prstGeom prst="rect">
            <a:avLst/>
          </a:prstGeom>
          <a:solidFill>
            <a:srgbClr val="49BE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bg1"/>
                </a:solidFill>
              </a:rPr>
              <a:t>Composition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31C0A-D36E-4946-372C-F2F357E5E2C1}"/>
              </a:ext>
            </a:extLst>
          </p:cNvPr>
          <p:cNvSpPr txBox="1"/>
          <p:nvPr/>
        </p:nvSpPr>
        <p:spPr>
          <a:xfrm>
            <a:off x="4762561" y="1113537"/>
            <a:ext cx="6595479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b="1" dirty="0" err="1">
                <a:solidFill>
                  <a:srgbClr val="C00000"/>
                </a:solidFill>
              </a:rPr>
              <a:t>ResearchStudy</a:t>
            </a:r>
            <a:r>
              <a:rPr lang="en-GB" dirty="0"/>
              <a:t> has many structured attributes to describe a protocol and it is the correct starting point to use. </a:t>
            </a:r>
          </a:p>
          <a:p>
            <a:r>
              <a:rPr lang="en-GB" dirty="0"/>
              <a:t>BUT It does not have provision to carry narrative 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64EAF-6002-EA02-DB43-8FCD1522CF5F}"/>
              </a:ext>
            </a:extLst>
          </p:cNvPr>
          <p:cNvSpPr txBox="1"/>
          <p:nvPr/>
        </p:nvSpPr>
        <p:spPr>
          <a:xfrm>
            <a:off x="4762560" y="2529248"/>
            <a:ext cx="6595479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Composition</a:t>
            </a:r>
            <a:r>
              <a:rPr lang="en-GB" b="1" dirty="0"/>
              <a:t> </a:t>
            </a:r>
            <a:r>
              <a:rPr lang="en-GB" dirty="0"/>
              <a:t>is designed to carry narrative content and the content can have sections, sub-sections, sub-sub-sections etc.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28AA8-A818-DA72-1EF1-C8FA79E44F6E}"/>
              </a:ext>
            </a:extLst>
          </p:cNvPr>
          <p:cNvSpPr txBox="1"/>
          <p:nvPr/>
        </p:nvSpPr>
        <p:spPr>
          <a:xfrm>
            <a:off x="4762559" y="3822410"/>
            <a:ext cx="6827889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dirty="0"/>
              <a:t>We created a </a:t>
            </a:r>
            <a:r>
              <a:rPr lang="en-GB" b="1" dirty="0" err="1">
                <a:solidFill>
                  <a:srgbClr val="C00000"/>
                </a:solidFill>
              </a:rPr>
              <a:t>NarrativeElements</a:t>
            </a:r>
            <a:r>
              <a:rPr lang="en-GB" dirty="0"/>
              <a:t> extension to </a:t>
            </a:r>
            <a:r>
              <a:rPr lang="en-GB" b="1" dirty="0" err="1">
                <a:solidFill>
                  <a:srgbClr val="C00000"/>
                </a:solidFill>
              </a:rPr>
              <a:t>ResearchStudy</a:t>
            </a:r>
            <a:r>
              <a:rPr lang="en-GB" b="1" dirty="0"/>
              <a:t> </a:t>
            </a:r>
            <a:r>
              <a:rPr lang="en-GB" dirty="0"/>
              <a:t>which is essentially a pointer to a </a:t>
            </a:r>
            <a:r>
              <a:rPr lang="en-GB" b="1" dirty="0">
                <a:solidFill>
                  <a:srgbClr val="C00000"/>
                </a:solidFill>
              </a:rPr>
              <a:t>Composition</a:t>
            </a:r>
            <a:r>
              <a:rPr lang="en-GB" dirty="0"/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92DDE3-10A7-EBD1-F4AA-8BF594D897EF}"/>
              </a:ext>
            </a:extLst>
          </p:cNvPr>
          <p:cNvSpPr/>
          <p:nvPr/>
        </p:nvSpPr>
        <p:spPr>
          <a:xfrm>
            <a:off x="2337927" y="3918871"/>
            <a:ext cx="2194561" cy="1017640"/>
          </a:xfrm>
          <a:prstGeom prst="rect">
            <a:avLst/>
          </a:prstGeom>
          <a:solidFill>
            <a:srgbClr val="89C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+ </a:t>
            </a:r>
            <a:r>
              <a:rPr lang="en-GB" dirty="0" err="1">
                <a:solidFill>
                  <a:schemeClr val="bg1"/>
                </a:solidFill>
              </a:rPr>
              <a:t>NarrativeElements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456C93-1B28-F745-1C21-4F5B5766F18C}"/>
              </a:ext>
            </a:extLst>
          </p:cNvPr>
          <p:cNvSpPr/>
          <p:nvPr/>
        </p:nvSpPr>
        <p:spPr>
          <a:xfrm>
            <a:off x="2601310" y="4260829"/>
            <a:ext cx="1824866" cy="594667"/>
          </a:xfrm>
          <a:prstGeom prst="rect">
            <a:avLst/>
          </a:prstGeom>
          <a:solidFill>
            <a:srgbClr val="49BE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bg1"/>
                </a:solidFill>
              </a:rPr>
              <a:t>Composition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96AA49-2186-1E26-9ECF-834D5BD6BEDA}"/>
              </a:ext>
            </a:extLst>
          </p:cNvPr>
          <p:cNvSpPr/>
          <p:nvPr/>
        </p:nvSpPr>
        <p:spPr>
          <a:xfrm>
            <a:off x="601552" y="3918871"/>
            <a:ext cx="1824866" cy="713822"/>
          </a:xfrm>
          <a:prstGeom prst="rect">
            <a:avLst/>
          </a:prstGeom>
          <a:solidFill>
            <a:srgbClr val="49BE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>
                <a:solidFill>
                  <a:schemeClr val="bg1"/>
                </a:solidFill>
              </a:rPr>
              <a:t>ResearchStudy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2156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FB21AD-533C-B019-0399-5519C017DA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Content Hierarchy and Context (Outline) Representation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34916E-5771-8BD4-4599-A28DDE5B1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82" y="1127557"/>
            <a:ext cx="3715268" cy="24673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D63771-9EB4-1259-2420-3F76B1989053}"/>
              </a:ext>
            </a:extLst>
          </p:cNvPr>
          <p:cNvSpPr txBox="1"/>
          <p:nvPr/>
        </p:nvSpPr>
        <p:spPr>
          <a:xfrm>
            <a:off x="4589695" y="1127557"/>
            <a:ext cx="6595479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dirty="0"/>
              <a:t>To properly reflect the M11 template, the sections and sub-sections in the </a:t>
            </a:r>
            <a:r>
              <a:rPr lang="en-GB" b="1" dirty="0">
                <a:solidFill>
                  <a:srgbClr val="C00000"/>
                </a:solidFill>
              </a:rPr>
              <a:t>Composition</a:t>
            </a:r>
            <a:r>
              <a:rPr lang="en-GB" b="1" dirty="0"/>
              <a:t> </a:t>
            </a:r>
            <a:r>
              <a:rPr lang="en-GB" dirty="0"/>
              <a:t>need to match those in the template.  </a:t>
            </a:r>
          </a:p>
          <a:p>
            <a:endParaRPr lang="en-GB" dirty="0"/>
          </a:p>
          <a:p>
            <a:r>
              <a:rPr lang="en-GB" dirty="0"/>
              <a:t>The template sections can be defined in terminology</a:t>
            </a:r>
          </a:p>
          <a:p>
            <a:endParaRPr lang="en-GB" dirty="0"/>
          </a:p>
          <a:p>
            <a:r>
              <a:rPr lang="en-GB" dirty="0"/>
              <a:t>Specific narrative instances can then use the codes to specify which parts of the M11 Template they represent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06CEB3-9E8E-FDD6-6CFC-92CA31741581}"/>
              </a:ext>
            </a:extLst>
          </p:cNvPr>
          <p:cNvSpPr/>
          <p:nvPr/>
        </p:nvSpPr>
        <p:spPr>
          <a:xfrm>
            <a:off x="2011680" y="3841077"/>
            <a:ext cx="3439324" cy="1017640"/>
          </a:xfrm>
          <a:prstGeom prst="rect">
            <a:avLst/>
          </a:prstGeom>
          <a:solidFill>
            <a:srgbClr val="C3D6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+ </a:t>
            </a:r>
            <a:r>
              <a:rPr lang="en-GB" dirty="0" err="1">
                <a:solidFill>
                  <a:schemeClr val="bg1"/>
                </a:solidFill>
              </a:rPr>
              <a:t>NarrativeElements</a:t>
            </a:r>
            <a:r>
              <a:rPr lang="en-GB" dirty="0">
                <a:solidFill>
                  <a:schemeClr val="bg1"/>
                </a:solidFill>
              </a:rPr>
              <a:t> a004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EE51CB-99D3-DC56-E3B2-EF07B0EF317B}"/>
              </a:ext>
            </a:extLst>
          </p:cNvPr>
          <p:cNvSpPr/>
          <p:nvPr/>
        </p:nvSpPr>
        <p:spPr>
          <a:xfrm>
            <a:off x="2764829" y="4197102"/>
            <a:ext cx="1824866" cy="594667"/>
          </a:xfrm>
          <a:prstGeom prst="rect">
            <a:avLst/>
          </a:prstGeom>
          <a:solidFill>
            <a:srgbClr val="A5BD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bg1"/>
                </a:solidFill>
              </a:rPr>
              <a:t>Composition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430670-F080-F6CE-8FB0-F0342FB51A55}"/>
              </a:ext>
            </a:extLst>
          </p:cNvPr>
          <p:cNvSpPr/>
          <p:nvPr/>
        </p:nvSpPr>
        <p:spPr>
          <a:xfrm>
            <a:off x="275305" y="3841077"/>
            <a:ext cx="1824866" cy="713822"/>
          </a:xfrm>
          <a:prstGeom prst="rect">
            <a:avLst/>
          </a:prstGeom>
          <a:solidFill>
            <a:srgbClr val="A5B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>
                <a:solidFill>
                  <a:schemeClr val="bg1"/>
                </a:solidFill>
              </a:rPr>
              <a:t>ResearchStudy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93E7A-1677-BBCF-0C26-9FD229E39E31}"/>
              </a:ext>
            </a:extLst>
          </p:cNvPr>
          <p:cNvSpPr/>
          <p:nvPr/>
        </p:nvSpPr>
        <p:spPr>
          <a:xfrm>
            <a:off x="2011680" y="4858717"/>
            <a:ext cx="3439324" cy="1017640"/>
          </a:xfrm>
          <a:prstGeom prst="rect">
            <a:avLst/>
          </a:prstGeom>
          <a:solidFill>
            <a:srgbClr val="C3D6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+ </a:t>
            </a:r>
            <a:r>
              <a:rPr lang="en-GB" dirty="0" err="1">
                <a:solidFill>
                  <a:schemeClr val="bg1"/>
                </a:solidFill>
              </a:rPr>
              <a:t>NarrativeElements</a:t>
            </a:r>
            <a:r>
              <a:rPr lang="en-GB" dirty="0">
                <a:solidFill>
                  <a:schemeClr val="bg1"/>
                </a:solidFill>
              </a:rPr>
              <a:t> a007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68AEE2-4EB4-65D4-11BD-F121D42DEDC9}"/>
              </a:ext>
            </a:extLst>
          </p:cNvPr>
          <p:cNvSpPr/>
          <p:nvPr/>
        </p:nvSpPr>
        <p:spPr>
          <a:xfrm>
            <a:off x="2764829" y="5214742"/>
            <a:ext cx="1824866" cy="594667"/>
          </a:xfrm>
          <a:prstGeom prst="rect">
            <a:avLst/>
          </a:prstGeom>
          <a:solidFill>
            <a:srgbClr val="A5BD3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bg1"/>
                </a:solidFill>
              </a:rPr>
              <a:t>Composition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3921D5-A7B9-B362-464B-9BE5433EAA6D}"/>
              </a:ext>
            </a:extLst>
          </p:cNvPr>
          <p:cNvSpPr txBox="1"/>
          <p:nvPr/>
        </p:nvSpPr>
        <p:spPr>
          <a:xfrm>
            <a:off x="5751869" y="3841077"/>
            <a:ext cx="6018374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dirty="0"/>
              <a:t>In the illustration here </a:t>
            </a:r>
            <a:r>
              <a:rPr lang="en-GB" b="1" dirty="0" err="1">
                <a:solidFill>
                  <a:srgbClr val="C00000"/>
                </a:solidFill>
              </a:rPr>
              <a:t>ResearchStudy</a:t>
            </a:r>
            <a:r>
              <a:rPr lang="en-GB" dirty="0"/>
              <a:t> has two </a:t>
            </a:r>
            <a:r>
              <a:rPr lang="en-GB" b="1" dirty="0" err="1">
                <a:solidFill>
                  <a:srgbClr val="C00000"/>
                </a:solidFill>
              </a:rPr>
              <a:t>NarrativeElements</a:t>
            </a:r>
            <a:r>
              <a:rPr lang="en-GB" dirty="0"/>
              <a:t> sections attached.  One with code </a:t>
            </a:r>
            <a:r>
              <a:rPr lang="en-GB" i="1" dirty="0"/>
              <a:t>a004</a:t>
            </a:r>
            <a:r>
              <a:rPr lang="en-GB" dirty="0"/>
              <a:t> which is </a:t>
            </a:r>
            <a:r>
              <a:rPr lang="en-GB" i="1" dirty="0"/>
              <a:t>1.1.2 Overall Design</a:t>
            </a:r>
            <a:r>
              <a:rPr lang="en-GB" dirty="0"/>
              <a:t> and one with code </a:t>
            </a:r>
            <a:r>
              <a:rPr lang="en-GB" i="1" dirty="0"/>
              <a:t>a007</a:t>
            </a:r>
            <a:r>
              <a:rPr lang="en-GB" dirty="0"/>
              <a:t> which is </a:t>
            </a:r>
            <a:r>
              <a:rPr lang="en-GB" i="1" dirty="0"/>
              <a:t>2 INTRODUCTION</a:t>
            </a:r>
            <a:r>
              <a:rPr lang="en-GB" dirty="0"/>
              <a:t> and this would then have all the sub-sections within the </a:t>
            </a:r>
            <a:r>
              <a:rPr lang="en-GB" i="1" dirty="0"/>
              <a:t>INTRODUCTION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641648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096E3A-8EEC-A24E-7D52-D1EBF076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Structured Representation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00DC42-0CB0-395F-2471-9219A29F6CAB}"/>
              </a:ext>
            </a:extLst>
          </p:cNvPr>
          <p:cNvSpPr/>
          <p:nvPr/>
        </p:nvSpPr>
        <p:spPr>
          <a:xfrm>
            <a:off x="2358809" y="2582387"/>
            <a:ext cx="4005662" cy="713822"/>
          </a:xfrm>
          <a:prstGeom prst="rect">
            <a:avLst/>
          </a:prstGeom>
          <a:solidFill>
            <a:srgbClr val="89C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+ </a:t>
            </a:r>
            <a:r>
              <a:rPr lang="en-GB" dirty="0" err="1"/>
              <a:t>ResearchStudyStudyAmendment</a:t>
            </a:r>
            <a:endParaRPr lang="en-GB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scope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176464-14D2-BBE5-0548-6A5284A06650}"/>
              </a:ext>
            </a:extLst>
          </p:cNvPr>
          <p:cNvSpPr/>
          <p:nvPr/>
        </p:nvSpPr>
        <p:spPr>
          <a:xfrm>
            <a:off x="622434" y="2582387"/>
            <a:ext cx="1824866" cy="713822"/>
          </a:xfrm>
          <a:prstGeom prst="rect">
            <a:avLst/>
          </a:prstGeom>
          <a:solidFill>
            <a:srgbClr val="49BE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>
                <a:solidFill>
                  <a:schemeClr val="bg1"/>
                </a:solidFill>
              </a:rPr>
              <a:t>ResearchStudy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01D59C-702C-CBE3-8CF7-4ABB2045323B}"/>
              </a:ext>
            </a:extLst>
          </p:cNvPr>
          <p:cNvSpPr txBox="1"/>
          <p:nvPr/>
        </p:nvSpPr>
        <p:spPr>
          <a:xfrm>
            <a:off x="6655981" y="1187966"/>
            <a:ext cx="5183779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b="1" dirty="0" err="1">
                <a:solidFill>
                  <a:srgbClr val="C00000"/>
                </a:solidFill>
              </a:rPr>
              <a:t>ResearchStudy</a:t>
            </a:r>
            <a:r>
              <a:rPr lang="en-GB" dirty="0"/>
              <a:t> already has many attributes to describe a protocol but not everything required by M11 is present.  </a:t>
            </a:r>
            <a:br>
              <a:rPr lang="en-GB" dirty="0"/>
            </a:br>
            <a:endParaRPr lang="en-GB" dirty="0"/>
          </a:p>
          <a:p>
            <a:r>
              <a:rPr lang="en-GB" dirty="0"/>
              <a:t>For example M11 requires a field to describe Amendment Scope.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69B28-AD26-AFB7-CE46-4DE6CA8326F2}"/>
              </a:ext>
            </a:extLst>
          </p:cNvPr>
          <p:cNvSpPr txBox="1"/>
          <p:nvPr/>
        </p:nvSpPr>
        <p:spPr>
          <a:xfrm>
            <a:off x="6702561" y="3068904"/>
            <a:ext cx="5137199" cy="18752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GB" sz="1800" dirty="0"/>
              <a:t>To accommodate this, we create another extension called </a:t>
            </a:r>
            <a:r>
              <a:rPr lang="en-GB" sz="1800" b="1" dirty="0" err="1">
                <a:solidFill>
                  <a:srgbClr val="C00000"/>
                </a:solidFill>
              </a:rPr>
              <a:t>ResearchStudyStudyAmendment</a:t>
            </a:r>
            <a:r>
              <a:rPr lang="en-GB" sz="1800" dirty="0"/>
              <a:t> </a:t>
            </a:r>
          </a:p>
          <a:p>
            <a:r>
              <a:rPr lang="en-GB" sz="1800" dirty="0"/>
              <a:t>and amongst the attributes present in this extension we have one called scope</a:t>
            </a:r>
          </a:p>
        </p:txBody>
      </p:sp>
    </p:spTree>
    <p:extLst>
      <p:ext uri="{BB962C8B-B14F-4D97-AF65-F5344CB8AC3E}">
        <p14:creationId xmlns:p14="http://schemas.microsoft.com/office/powerpoint/2010/main" val="397023807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0A6CB-CDEC-481A-60E3-8BF9FCEA7D49}"/>
              </a:ext>
            </a:extLst>
          </p:cNvPr>
          <p:cNvSpPr txBox="1"/>
          <p:nvPr/>
        </p:nvSpPr>
        <p:spPr>
          <a:xfrm>
            <a:off x="405751" y="-738173"/>
            <a:ext cx="85484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- </a:t>
            </a:r>
            <a:r>
              <a:rPr lang="en-GB" sz="1200" dirty="0" err="1"/>
              <a:t>ResearchStudy</a:t>
            </a:r>
            <a:r>
              <a:rPr lang="en-GB" sz="1200" dirty="0"/>
              <a:t> </a:t>
            </a:r>
          </a:p>
          <a:p>
            <a:r>
              <a:rPr lang="en-GB" sz="1200" dirty="0"/>
              <a:t>  - extended by M11ResearchStudy </a:t>
            </a:r>
          </a:p>
          <a:p>
            <a:endParaRPr lang="en-GB" sz="1200" dirty="0"/>
          </a:p>
          <a:p>
            <a:r>
              <a:rPr lang="en-GB" sz="1200" dirty="0"/>
              <a:t>- </a:t>
            </a:r>
            <a:r>
              <a:rPr lang="en-GB" sz="1200" dirty="0" err="1"/>
              <a:t>ResearchStudy</a:t>
            </a:r>
            <a:r>
              <a:rPr lang="en-GB" sz="1200" dirty="0"/>
              <a:t> </a:t>
            </a:r>
          </a:p>
          <a:p>
            <a:r>
              <a:rPr lang="en-GB" sz="1200" dirty="0"/>
              <a:t>  - extended by </a:t>
            </a:r>
            <a:r>
              <a:rPr lang="en-GB" sz="1200" dirty="0" err="1"/>
              <a:t>NarrativeElements</a:t>
            </a:r>
            <a:r>
              <a:rPr lang="en-GB" sz="1200" dirty="0"/>
              <a:t> </a:t>
            </a:r>
          </a:p>
          <a:p>
            <a:r>
              <a:rPr lang="en-GB" sz="1200" dirty="0"/>
              <a:t>  - which provides a pointer to M11ResearchStudyNarratives</a:t>
            </a:r>
          </a:p>
          <a:p>
            <a:r>
              <a:rPr lang="en-GB" sz="1200" dirty="0"/>
              <a:t>- </a:t>
            </a:r>
            <a:r>
              <a:rPr lang="en-GB" sz="1200" dirty="0" err="1"/>
              <a:t>ResearchStudy</a:t>
            </a:r>
            <a:r>
              <a:rPr lang="en-GB" sz="1200" dirty="0"/>
              <a:t> </a:t>
            </a:r>
          </a:p>
          <a:p>
            <a:r>
              <a:rPr lang="en-GB" sz="1200" dirty="0"/>
              <a:t>  - extended by </a:t>
            </a:r>
            <a:r>
              <a:rPr lang="en-GB" sz="1200" dirty="0" err="1"/>
              <a:t>ResearchStudyStudyAmendment</a:t>
            </a:r>
            <a:r>
              <a:rPr lang="en-GB" sz="1200" dirty="0"/>
              <a:t> </a:t>
            </a:r>
          </a:p>
          <a:p>
            <a:r>
              <a:rPr lang="en-GB" sz="1200" dirty="0"/>
              <a:t>    - which contains  </a:t>
            </a:r>
            <a:r>
              <a:rPr lang="en-GB" sz="1200" dirty="0" err="1"/>
              <a:t>ResearchStudyStudyAmendmentDetails</a:t>
            </a:r>
            <a:r>
              <a:rPr lang="en-GB" sz="1200" dirty="0"/>
              <a:t> </a:t>
            </a:r>
          </a:p>
          <a:p>
            <a:r>
              <a:rPr lang="en-GB" sz="1200" dirty="0"/>
              <a:t>    - and </a:t>
            </a:r>
            <a:r>
              <a:rPr lang="en-GB" sz="1200" dirty="0" err="1"/>
              <a:t>ResearchStudyStudyAmendmentScopeImpact</a:t>
            </a:r>
            <a:endParaRPr lang="en-GB" sz="1200" dirty="0"/>
          </a:p>
          <a:p>
            <a:r>
              <a:rPr lang="en-GB" sz="1200" dirty="0"/>
              <a:t>- Composition </a:t>
            </a:r>
          </a:p>
          <a:p>
            <a:r>
              <a:rPr lang="en-GB" sz="1200" dirty="0"/>
              <a:t>  - profiled by </a:t>
            </a:r>
            <a:r>
              <a:rPr lang="en-GB" sz="1200" dirty="0" err="1"/>
              <a:t>ResearchStudyNarratives</a:t>
            </a:r>
            <a:r>
              <a:rPr lang="en-GB" sz="1200" dirty="0"/>
              <a:t> </a:t>
            </a:r>
          </a:p>
          <a:p>
            <a:r>
              <a:rPr lang="en-GB" sz="1200" dirty="0"/>
              <a:t>    - profiled by M11ResearchStudyNarratives</a:t>
            </a:r>
          </a:p>
          <a:p>
            <a:r>
              <a:rPr lang="en-GB" sz="1200" dirty="0"/>
              <a:t>- </a:t>
            </a:r>
            <a:r>
              <a:rPr lang="en-GB" sz="1200" dirty="0" err="1"/>
              <a:t>ResearchStudy</a:t>
            </a:r>
            <a:r>
              <a:rPr lang="en-GB" sz="1200" dirty="0"/>
              <a:t> </a:t>
            </a:r>
          </a:p>
          <a:p>
            <a:r>
              <a:rPr lang="en-GB" sz="1200" dirty="0"/>
              <a:t>  - profiled by M11_ResearchStudyProfile which tightens cardinality of some attributes and binds appropriate terminology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150CF1-8016-9427-1B1D-E9009810807B}"/>
              </a:ext>
            </a:extLst>
          </p:cNvPr>
          <p:cNvSpPr/>
          <p:nvPr/>
        </p:nvSpPr>
        <p:spPr>
          <a:xfrm>
            <a:off x="340722" y="2431943"/>
            <a:ext cx="5290418" cy="9668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ResearchStudy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6577A7-35C0-FC94-2501-5D6FCE320E89}"/>
              </a:ext>
            </a:extLst>
          </p:cNvPr>
          <p:cNvSpPr/>
          <p:nvPr/>
        </p:nvSpPr>
        <p:spPr>
          <a:xfrm>
            <a:off x="661041" y="3418140"/>
            <a:ext cx="4970098" cy="124150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/>
              <a:t>M11ResearchStudy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84379C-76F1-A7B8-D17A-9B72EBABCA02}"/>
              </a:ext>
            </a:extLst>
          </p:cNvPr>
          <p:cNvSpPr/>
          <p:nvPr/>
        </p:nvSpPr>
        <p:spPr>
          <a:xfrm>
            <a:off x="661041" y="4660638"/>
            <a:ext cx="4970098" cy="4265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NarrativeElements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A810A5-FA2E-4209-E1E2-18611CC25076}"/>
              </a:ext>
            </a:extLst>
          </p:cNvPr>
          <p:cNvSpPr/>
          <p:nvPr/>
        </p:nvSpPr>
        <p:spPr>
          <a:xfrm>
            <a:off x="661041" y="5087199"/>
            <a:ext cx="4970099" cy="157476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ResearchStudyStudyAmendment</a:t>
            </a:r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D8487E-6F6A-8823-A386-1285AE356E87}"/>
              </a:ext>
            </a:extLst>
          </p:cNvPr>
          <p:cNvSpPr/>
          <p:nvPr/>
        </p:nvSpPr>
        <p:spPr>
          <a:xfrm>
            <a:off x="1034056" y="5451313"/>
            <a:ext cx="4424553" cy="4170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ResearchStudyStudyAmendmentDetails</a:t>
            </a:r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8112E2-9DAB-5DB1-073B-C77821FBC360}"/>
              </a:ext>
            </a:extLst>
          </p:cNvPr>
          <p:cNvSpPr/>
          <p:nvPr/>
        </p:nvSpPr>
        <p:spPr>
          <a:xfrm>
            <a:off x="1034056" y="5916326"/>
            <a:ext cx="4424553" cy="4811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ResearchStudyStudyAmendmentScopeImpact</a:t>
            </a:r>
            <a:endParaRPr lang="en-GB" dirty="0"/>
          </a:p>
          <a:p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278683-41F7-1920-536C-E5C57E027B31}"/>
              </a:ext>
            </a:extLst>
          </p:cNvPr>
          <p:cNvSpPr/>
          <p:nvPr/>
        </p:nvSpPr>
        <p:spPr>
          <a:xfrm>
            <a:off x="6469811" y="3808718"/>
            <a:ext cx="3651849" cy="1576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/>
              <a:t>Composition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38B1A7-2AAE-0C8D-33C5-C36A35B62B50}"/>
              </a:ext>
            </a:extLst>
          </p:cNvPr>
          <p:cNvSpPr/>
          <p:nvPr/>
        </p:nvSpPr>
        <p:spPr>
          <a:xfrm>
            <a:off x="6633491" y="4221442"/>
            <a:ext cx="3384653" cy="1002787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ResearchStudyNarratives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8CCE88-88B0-F158-B91C-26C50F4646BD}"/>
              </a:ext>
            </a:extLst>
          </p:cNvPr>
          <p:cNvSpPr/>
          <p:nvPr/>
        </p:nvSpPr>
        <p:spPr>
          <a:xfrm>
            <a:off x="6745458" y="4629052"/>
            <a:ext cx="3115994" cy="42267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/>
              <a:t>M11ResearchStudyNarratives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2C3B8F-7F8E-1987-F728-8E6CB91C53AC}"/>
              </a:ext>
            </a:extLst>
          </p:cNvPr>
          <p:cNvSpPr/>
          <p:nvPr/>
        </p:nvSpPr>
        <p:spPr>
          <a:xfrm>
            <a:off x="455190" y="2807518"/>
            <a:ext cx="2723492" cy="42267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/>
              <a:t>M11_ResearchStudyProfile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71DA789-4B60-A761-0BA3-785B7D5932CF}"/>
              </a:ext>
            </a:extLst>
          </p:cNvPr>
          <p:cNvSpPr/>
          <p:nvPr/>
        </p:nvSpPr>
        <p:spPr>
          <a:xfrm>
            <a:off x="5003321" y="4615621"/>
            <a:ext cx="1817298" cy="471578"/>
          </a:xfrm>
          <a:prstGeom prst="rightArrow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E24864-29A5-4494-38B1-2B914F45BFA7}"/>
              </a:ext>
            </a:extLst>
          </p:cNvPr>
          <p:cNvSpPr/>
          <p:nvPr/>
        </p:nvSpPr>
        <p:spPr>
          <a:xfrm>
            <a:off x="1034055" y="3792351"/>
            <a:ext cx="4424553" cy="37133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SAEReporting</a:t>
            </a:r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AC17C0-4FBF-96E5-A625-B36E09080856}"/>
              </a:ext>
            </a:extLst>
          </p:cNvPr>
          <p:cNvSpPr/>
          <p:nvPr/>
        </p:nvSpPr>
        <p:spPr>
          <a:xfrm>
            <a:off x="1034055" y="4223913"/>
            <a:ext cx="4424553" cy="371333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ConfidentialityStatement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038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2B0F4-9C15-FB0A-C552-A20E85F4B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11DAB97-55AA-F06F-65CF-78239B1FC567}"/>
              </a:ext>
            </a:extLst>
          </p:cNvPr>
          <p:cNvSpPr/>
          <p:nvPr/>
        </p:nvSpPr>
        <p:spPr>
          <a:xfrm>
            <a:off x="366438" y="320876"/>
            <a:ext cx="5546682" cy="4246435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/>
              <a:t>M11_ResearchStudyProfile (</a:t>
            </a:r>
            <a:r>
              <a:rPr lang="en-GB" dirty="0" err="1">
                <a:solidFill>
                  <a:schemeClr val="tx1"/>
                </a:solidFill>
                <a:highlight>
                  <a:srgbClr val="C0C0C0"/>
                </a:highlight>
              </a:rPr>
              <a:t>ResearchStudy</a:t>
            </a:r>
            <a:r>
              <a:rPr lang="en-GB" dirty="0"/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08D295-BD1B-CC6A-C8FB-062391DCA8D6}"/>
              </a:ext>
            </a:extLst>
          </p:cNvPr>
          <p:cNvSpPr/>
          <p:nvPr/>
        </p:nvSpPr>
        <p:spPr>
          <a:xfrm>
            <a:off x="661041" y="820934"/>
            <a:ext cx="4970098" cy="11346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NarrativeElements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9BA8FF-CDD3-3610-EF45-76F221732C5E}"/>
              </a:ext>
            </a:extLst>
          </p:cNvPr>
          <p:cNvSpPr/>
          <p:nvPr/>
        </p:nvSpPr>
        <p:spPr>
          <a:xfrm>
            <a:off x="661041" y="2050406"/>
            <a:ext cx="4970099" cy="17853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/>
              <a:t>M11_ProtocolAmendment </a:t>
            </a:r>
          </a:p>
          <a:p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5684ED-BA3F-9545-A3DC-B86F04E101B9}"/>
              </a:ext>
            </a:extLst>
          </p:cNvPr>
          <p:cNvSpPr/>
          <p:nvPr/>
        </p:nvSpPr>
        <p:spPr>
          <a:xfrm>
            <a:off x="1090975" y="3212914"/>
            <a:ext cx="4424553" cy="4170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ResearchStudyStudyAmendmentDetails</a:t>
            </a:r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AFB03E-72CD-EEAB-97E3-5046786A088D}"/>
              </a:ext>
            </a:extLst>
          </p:cNvPr>
          <p:cNvSpPr/>
          <p:nvPr/>
        </p:nvSpPr>
        <p:spPr>
          <a:xfrm>
            <a:off x="1095953" y="2553940"/>
            <a:ext cx="4424553" cy="4811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ResearchStudyStudyAmendmentScopeImpact</a:t>
            </a:r>
            <a:endParaRPr lang="en-GB" dirty="0"/>
          </a:p>
          <a:p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C18148-8C4F-1720-023C-3AB0B047EDCE}"/>
              </a:ext>
            </a:extLst>
          </p:cNvPr>
          <p:cNvSpPr/>
          <p:nvPr/>
        </p:nvSpPr>
        <p:spPr>
          <a:xfrm>
            <a:off x="1090975" y="1318886"/>
            <a:ext cx="4424553" cy="42267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/>
              <a:t>M11ResearchStudyNarratives (</a:t>
            </a:r>
            <a:r>
              <a:rPr lang="en-GB" dirty="0">
                <a:solidFill>
                  <a:schemeClr val="tx1"/>
                </a:solidFill>
                <a:highlight>
                  <a:srgbClr val="C0C0C0"/>
                </a:highlight>
              </a:rPr>
              <a:t>Composition</a:t>
            </a:r>
            <a:r>
              <a:rPr lang="en-GB" dirty="0"/>
              <a:t>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660AAD-15D4-AF40-B3C3-5B784245E88E}"/>
              </a:ext>
            </a:extLst>
          </p:cNvPr>
          <p:cNvSpPr/>
          <p:nvPr/>
        </p:nvSpPr>
        <p:spPr>
          <a:xfrm>
            <a:off x="661040" y="3967992"/>
            <a:ext cx="4970097" cy="371333"/>
          </a:xfrm>
          <a:prstGeom prst="rect">
            <a:avLst/>
          </a:prstGeom>
          <a:solidFill>
            <a:srgbClr val="4472C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ResearchStudySponsorConfidentialityStatement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FC55D2-24C2-C0EC-441E-4A326DF9A8B8}"/>
              </a:ext>
            </a:extLst>
          </p:cNvPr>
          <p:cNvSpPr/>
          <p:nvPr/>
        </p:nvSpPr>
        <p:spPr>
          <a:xfrm>
            <a:off x="823760" y="4679269"/>
            <a:ext cx="1835033" cy="304974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sz="1400" dirty="0"/>
              <a:t>Profile (</a:t>
            </a:r>
            <a:r>
              <a:rPr lang="en-GB" sz="1400" dirty="0">
                <a:solidFill>
                  <a:schemeClr val="tx1"/>
                </a:solidFill>
                <a:highlight>
                  <a:srgbClr val="C0C0C0"/>
                </a:highlight>
              </a:rPr>
              <a:t>Base Resource</a:t>
            </a:r>
            <a:r>
              <a:rPr lang="en-GB" sz="1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0C799-3AD0-F500-A89D-A1602F427344}"/>
              </a:ext>
            </a:extLst>
          </p:cNvPr>
          <p:cNvSpPr txBox="1"/>
          <p:nvPr/>
        </p:nvSpPr>
        <p:spPr>
          <a:xfrm>
            <a:off x="330934" y="4688939"/>
            <a:ext cx="492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Key: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9D97B6-66EC-9AEE-3F62-696E5E4DB9FA}"/>
              </a:ext>
            </a:extLst>
          </p:cNvPr>
          <p:cNvSpPr/>
          <p:nvPr/>
        </p:nvSpPr>
        <p:spPr>
          <a:xfrm>
            <a:off x="2734142" y="4679269"/>
            <a:ext cx="896901" cy="3077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sz="1400" dirty="0"/>
              <a:t>Extension</a:t>
            </a:r>
          </a:p>
        </p:txBody>
      </p:sp>
    </p:spTree>
    <p:extLst>
      <p:ext uri="{BB962C8B-B14F-4D97-AF65-F5344CB8AC3E}">
        <p14:creationId xmlns:p14="http://schemas.microsoft.com/office/powerpoint/2010/main" val="374457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28D5B9-DFF1-3C84-B3E4-3F581C93F88C}"/>
              </a:ext>
            </a:extLst>
          </p:cNvPr>
          <p:cNvSpPr/>
          <p:nvPr/>
        </p:nvSpPr>
        <p:spPr>
          <a:xfrm>
            <a:off x="156691" y="206326"/>
            <a:ext cx="3219113" cy="4273660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ResearchStudy</a:t>
            </a:r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926905-7703-0C5E-9D04-9004D7806E73}"/>
              </a:ext>
            </a:extLst>
          </p:cNvPr>
          <p:cNvSpPr/>
          <p:nvPr/>
        </p:nvSpPr>
        <p:spPr>
          <a:xfrm>
            <a:off x="288111" y="641116"/>
            <a:ext cx="2961172" cy="3585827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StudyDesign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9A7485-1BDC-2014-DE43-CD8CBA6152E1}"/>
              </a:ext>
            </a:extLst>
          </p:cNvPr>
          <p:cNvSpPr/>
          <p:nvPr/>
        </p:nvSpPr>
        <p:spPr>
          <a:xfrm>
            <a:off x="3853378" y="2587951"/>
            <a:ext cx="2537130" cy="4265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NarrativeElements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F97369-C434-94ED-4CC3-AB8B48EEB014}"/>
              </a:ext>
            </a:extLst>
          </p:cNvPr>
          <p:cNvSpPr/>
          <p:nvPr/>
        </p:nvSpPr>
        <p:spPr>
          <a:xfrm>
            <a:off x="7229180" y="2190853"/>
            <a:ext cx="3651849" cy="903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/>
              <a:t>Composition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2A7B39-A5E1-3CBB-0881-01B24B25A54A}"/>
              </a:ext>
            </a:extLst>
          </p:cNvPr>
          <p:cNvSpPr/>
          <p:nvPr/>
        </p:nvSpPr>
        <p:spPr>
          <a:xfrm>
            <a:off x="7504827" y="2556365"/>
            <a:ext cx="3115994" cy="42267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/>
              <a:t>M11ResearchStudyNarratives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22BB3E-490F-6A15-2F03-F2316EFEA2F9}"/>
              </a:ext>
            </a:extLst>
          </p:cNvPr>
          <p:cNvSpPr/>
          <p:nvPr/>
        </p:nvSpPr>
        <p:spPr>
          <a:xfrm>
            <a:off x="491423" y="2265872"/>
            <a:ext cx="2628032" cy="1871408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/>
              <a:t>M11_ResearchStudyProfile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967A5DE-4FAD-EC35-648A-C432FBBB0ADB}"/>
              </a:ext>
            </a:extLst>
          </p:cNvPr>
          <p:cNvSpPr/>
          <p:nvPr/>
        </p:nvSpPr>
        <p:spPr>
          <a:xfrm>
            <a:off x="5762690" y="2542934"/>
            <a:ext cx="1817298" cy="471578"/>
          </a:xfrm>
          <a:prstGeom prst="rightArrow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E56262-80C5-C2A4-E012-DF54B533FA7B}"/>
              </a:ext>
            </a:extLst>
          </p:cNvPr>
          <p:cNvSpPr/>
          <p:nvPr/>
        </p:nvSpPr>
        <p:spPr>
          <a:xfrm>
            <a:off x="3870800" y="992354"/>
            <a:ext cx="1817298" cy="371333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SAEReporting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EFD97E-F84D-8C6C-CE22-D1E84A99736E}"/>
              </a:ext>
            </a:extLst>
          </p:cNvPr>
          <p:cNvSpPr/>
          <p:nvPr/>
        </p:nvSpPr>
        <p:spPr>
          <a:xfrm>
            <a:off x="3870799" y="1748034"/>
            <a:ext cx="4424553" cy="371333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ConfidentialityStatement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CA96B9-4082-71BF-98E0-378930518641}"/>
              </a:ext>
            </a:extLst>
          </p:cNvPr>
          <p:cNvSpPr/>
          <p:nvPr/>
        </p:nvSpPr>
        <p:spPr>
          <a:xfrm>
            <a:off x="3797248" y="3308153"/>
            <a:ext cx="4970099" cy="157476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/>
              <a:t>M11_ProtocolAmendment </a:t>
            </a:r>
          </a:p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E8DE3D-306A-A739-ABA1-26B8DD6012B1}"/>
              </a:ext>
            </a:extLst>
          </p:cNvPr>
          <p:cNvSpPr/>
          <p:nvPr/>
        </p:nvSpPr>
        <p:spPr>
          <a:xfrm>
            <a:off x="4170263" y="3672267"/>
            <a:ext cx="4424553" cy="4170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ResearchStudyStudyAmendmentDetails</a:t>
            </a:r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A967C7-B667-BBC7-DCEF-14B5C47C58E6}"/>
              </a:ext>
            </a:extLst>
          </p:cNvPr>
          <p:cNvSpPr/>
          <p:nvPr/>
        </p:nvSpPr>
        <p:spPr>
          <a:xfrm>
            <a:off x="4170263" y="4137280"/>
            <a:ext cx="4424553" cy="4811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dirty="0" err="1"/>
              <a:t>ResearchStudyStudyAmendmentScopeImpact</a:t>
            </a:r>
            <a:endParaRPr lang="en-GB" dirty="0"/>
          </a:p>
          <a:p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5263392-286B-6026-A5FD-036B9CE9C10F}"/>
              </a:ext>
            </a:extLst>
          </p:cNvPr>
          <p:cNvSpPr/>
          <p:nvPr/>
        </p:nvSpPr>
        <p:spPr>
          <a:xfrm>
            <a:off x="2122098" y="952338"/>
            <a:ext cx="1817298" cy="471578"/>
          </a:xfrm>
          <a:prstGeom prst="rightArrow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B908D84-1C15-3D9F-5161-A002DC1B58C3}"/>
              </a:ext>
            </a:extLst>
          </p:cNvPr>
          <p:cNvSpPr/>
          <p:nvPr/>
        </p:nvSpPr>
        <p:spPr>
          <a:xfrm>
            <a:off x="2122098" y="1647789"/>
            <a:ext cx="1817298" cy="471578"/>
          </a:xfrm>
          <a:prstGeom prst="rightArrow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6042DCC-6349-C1AB-84E6-3BA2B4A03061}"/>
              </a:ext>
            </a:extLst>
          </p:cNvPr>
          <p:cNvSpPr/>
          <p:nvPr/>
        </p:nvSpPr>
        <p:spPr>
          <a:xfrm>
            <a:off x="2053501" y="3247307"/>
            <a:ext cx="1817298" cy="471578"/>
          </a:xfrm>
          <a:prstGeom prst="rightArrow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BB4949F-F982-8388-66B8-8E7A7BB67380}"/>
              </a:ext>
            </a:extLst>
          </p:cNvPr>
          <p:cNvSpPr/>
          <p:nvPr/>
        </p:nvSpPr>
        <p:spPr>
          <a:xfrm>
            <a:off x="2106057" y="2531914"/>
            <a:ext cx="1817298" cy="471578"/>
          </a:xfrm>
          <a:prstGeom prst="rightArrow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90CE56-A83D-C715-634A-98C585A86FA5}"/>
              </a:ext>
            </a:extLst>
          </p:cNvPr>
          <p:cNvSpPr/>
          <p:nvPr/>
        </p:nvSpPr>
        <p:spPr>
          <a:xfrm>
            <a:off x="6815944" y="758072"/>
            <a:ext cx="896901" cy="3077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sz="1400" dirty="0"/>
              <a:t>Extension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1F98FA-EDC2-F982-8DEF-277DB5DDE978}"/>
              </a:ext>
            </a:extLst>
          </p:cNvPr>
          <p:cNvSpPr/>
          <p:nvPr/>
        </p:nvSpPr>
        <p:spPr>
          <a:xfrm>
            <a:off x="7869627" y="758072"/>
            <a:ext cx="1384467" cy="304974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sz="1400" dirty="0"/>
              <a:t>Profile from UDP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CEC505-B7D1-39BF-08F1-6F4FD6875FC2}"/>
              </a:ext>
            </a:extLst>
          </p:cNvPr>
          <p:cNvSpPr/>
          <p:nvPr/>
        </p:nvSpPr>
        <p:spPr>
          <a:xfrm>
            <a:off x="9331123" y="758072"/>
            <a:ext cx="1384467" cy="304973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r>
              <a:rPr lang="en-GB" sz="1400" dirty="0"/>
              <a:t>Profile from EBM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D629DB-E2C1-1914-C7D3-831719B294B0}"/>
              </a:ext>
            </a:extLst>
          </p:cNvPr>
          <p:cNvSpPr txBox="1"/>
          <p:nvPr/>
        </p:nvSpPr>
        <p:spPr>
          <a:xfrm>
            <a:off x="6183094" y="732724"/>
            <a:ext cx="492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Key:</a:t>
            </a:r>
          </a:p>
        </p:txBody>
      </p:sp>
    </p:spTree>
    <p:extLst>
      <p:ext uri="{BB962C8B-B14F-4D97-AF65-F5344CB8AC3E}">
        <p14:creationId xmlns:p14="http://schemas.microsoft.com/office/powerpoint/2010/main" val="160287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7A574-50C2-E8E8-ADDF-05EDDB31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 descr="Tip of iceberg submerged in water">
            <a:extLst>
              <a:ext uri="{FF2B5EF4-FFF2-40B4-BE49-F238E27FC236}">
                <a16:creationId xmlns:a16="http://schemas.microsoft.com/office/drawing/2014/main" id="{884E8506-40BD-6D92-4B8D-900BC166B8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61" y="0"/>
            <a:ext cx="12254061" cy="6858000"/>
          </a:xfrm>
          <a:prstGeom prst="rect">
            <a:avLst/>
          </a:prstGeom>
          <a:solidFill>
            <a:schemeClr val="accent6">
              <a:alpha val="50000"/>
            </a:schemeClr>
          </a:solidFill>
          <a:ln w="28575">
            <a:solidFill>
              <a:schemeClr val="tx2">
                <a:lumMod val="75000"/>
              </a:schemeClr>
            </a:solidFill>
          </a:ln>
          <a:effectLst/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30811924-8A9B-D87E-6603-56CEFAD40D23}"/>
              </a:ext>
            </a:extLst>
          </p:cNvPr>
          <p:cNvSpPr/>
          <p:nvPr/>
        </p:nvSpPr>
        <p:spPr>
          <a:xfrm>
            <a:off x="5512808" y="3502773"/>
            <a:ext cx="1812130" cy="360587"/>
          </a:xfrm>
          <a:prstGeom prst="rect">
            <a:avLst/>
          </a:prstGeom>
          <a:solidFill>
            <a:schemeClr val="accent6">
              <a:lumMod val="90000"/>
              <a:alpha val="80000"/>
            </a:schemeClr>
          </a:solidFill>
          <a:ln w="28575">
            <a:solidFill>
              <a:schemeClr val="tx2">
                <a:lumMod val="75000"/>
              </a:schemeClr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0C2126"/>
                </a:solidFill>
                <a:latin typeface="Arial" panose="020B0604020202020204"/>
              </a:rPr>
              <a:t>Expedited Recruitment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219C75F-E836-DEDC-F267-EE4E11218843}"/>
              </a:ext>
            </a:extLst>
          </p:cNvPr>
          <p:cNvSpPr/>
          <p:nvPr/>
        </p:nvSpPr>
        <p:spPr>
          <a:xfrm>
            <a:off x="2903301" y="4783410"/>
            <a:ext cx="1039511" cy="619923"/>
          </a:xfrm>
          <a:prstGeom prst="rect">
            <a:avLst/>
          </a:prstGeom>
          <a:solidFill>
            <a:schemeClr val="accent6">
              <a:lumMod val="90000"/>
              <a:alpha val="80000"/>
            </a:schemeClr>
          </a:solidFill>
          <a:ln w="28575">
            <a:solidFill>
              <a:schemeClr val="tx2">
                <a:lumMod val="75000"/>
              </a:schemeClr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C21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Improved Operational Efficiency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A56ABB3-AB4A-A84E-6A16-226A6D5038D5}"/>
              </a:ext>
            </a:extLst>
          </p:cNvPr>
          <p:cNvSpPr/>
          <p:nvPr/>
        </p:nvSpPr>
        <p:spPr>
          <a:xfrm>
            <a:off x="4703215" y="4300590"/>
            <a:ext cx="2214009" cy="278464"/>
          </a:xfrm>
          <a:prstGeom prst="rect">
            <a:avLst/>
          </a:prstGeom>
          <a:solidFill>
            <a:schemeClr val="accent6">
              <a:lumMod val="90000"/>
              <a:alpha val="80000"/>
            </a:schemeClr>
          </a:solidFill>
          <a:ln w="28575">
            <a:solidFill>
              <a:schemeClr val="tx2">
                <a:lumMod val="75000"/>
              </a:schemeClr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C21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Budgeting and Forecasting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39331B1-D5F7-B9CF-9444-842BA592F703}"/>
              </a:ext>
            </a:extLst>
          </p:cNvPr>
          <p:cNvSpPr/>
          <p:nvPr/>
        </p:nvSpPr>
        <p:spPr>
          <a:xfrm>
            <a:off x="2380486" y="2393850"/>
            <a:ext cx="3526760" cy="391131"/>
          </a:xfrm>
          <a:prstGeom prst="rect">
            <a:avLst/>
          </a:prstGeom>
          <a:solidFill>
            <a:srgbClr val="E9EFF6">
              <a:alpha val="85098"/>
            </a:srgbClr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C21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Efficiencies, Automation, and Analytics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97952A40-7D1B-A35D-C4E4-1EE08B5307DB}"/>
              </a:ext>
            </a:extLst>
          </p:cNvPr>
          <p:cNvSpPr/>
          <p:nvPr/>
        </p:nvSpPr>
        <p:spPr>
          <a:xfrm>
            <a:off x="8701427" y="3040982"/>
            <a:ext cx="2999607" cy="148444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</a:rPr>
              <a:t>Above the waterline are use cases currently addressed by this Implementation</a:t>
            </a:r>
            <a:r>
              <a:rPr kumimoji="0" lang="en-US" sz="1400" b="1" i="0" u="none" strike="noStrike" kern="1200" cap="none" spc="0" normalizeH="0" noProof="0" dirty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</a:rPr>
              <a:t> guide.</a:t>
            </a:r>
          </a:p>
          <a:p>
            <a:pPr marL="0" marR="0" lvl="0" indent="0" algn="ctr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baseline="0" dirty="0">
              <a:solidFill>
                <a:srgbClr val="5D707F">
                  <a:lumMod val="75000"/>
                </a:srgbClr>
              </a:solidFill>
              <a:latin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noProof="0" dirty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</a:rPr>
              <a:t>Below the waterline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</a:rPr>
              <a:t>are an illustration of future use cases for which UDP may develop an</a:t>
            </a:r>
            <a:r>
              <a:rPr kumimoji="0" lang="en-US" sz="1400" b="1" i="0" u="none" strike="noStrike" kern="1200" cap="none" spc="0" normalizeH="0" noProof="0" dirty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</a:rPr>
              <a:t> implementation guide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5D707F">
                  <a:lumMod val="75000"/>
                </a:srgbClr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E5AA768-A19D-E866-2AC7-106A8AB416F1}"/>
              </a:ext>
            </a:extLst>
          </p:cNvPr>
          <p:cNvSpPr/>
          <p:nvPr/>
        </p:nvSpPr>
        <p:spPr>
          <a:xfrm>
            <a:off x="3033480" y="646791"/>
            <a:ext cx="2147182" cy="433738"/>
          </a:xfrm>
          <a:prstGeom prst="rect">
            <a:avLst/>
          </a:prstGeom>
          <a:solidFill>
            <a:schemeClr val="accent5">
              <a:alpha val="73000"/>
            </a:schemeClr>
          </a:solidFill>
          <a:ln w="28575">
            <a:solidFill>
              <a:srgbClr val="972727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C21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Streamlined Structured Document Creation</a:t>
            </a: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4857F154-B859-0F22-D307-B07E800D6BD3}"/>
              </a:ext>
            </a:extLst>
          </p:cNvPr>
          <p:cNvSpPr/>
          <p:nvPr/>
        </p:nvSpPr>
        <p:spPr>
          <a:xfrm>
            <a:off x="6494003" y="1008795"/>
            <a:ext cx="3520620" cy="96710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972727"/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78358" marR="0" lvl="0" indent="-78358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Standardized templates for protocols</a:t>
            </a:r>
          </a:p>
          <a:p>
            <a:pPr marL="78358" marR="0" lvl="0" indent="-78358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Automated population of key fields using metadata</a:t>
            </a:r>
          </a:p>
          <a:p>
            <a:pPr marL="78358" marR="0" lvl="0" indent="-78358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Reduced human errors</a:t>
            </a:r>
          </a:p>
          <a:p>
            <a:pPr marL="78358" marR="0" lvl="0" indent="-78358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Real time updates/input</a:t>
            </a:r>
          </a:p>
          <a:p>
            <a:pPr marL="78358" marR="0" lvl="0" indent="-78358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Improved collaboration/version control</a:t>
            </a:r>
          </a:p>
          <a:p>
            <a:pPr marL="78358" marR="0" lvl="0" indent="-78358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Reduced time spent drafting protocols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6F6FC59-3F2C-A5B2-E57E-A064D4C71A33}"/>
              </a:ext>
            </a:extLst>
          </p:cNvPr>
          <p:cNvSpPr/>
          <p:nvPr/>
        </p:nvSpPr>
        <p:spPr>
          <a:xfrm>
            <a:off x="3033480" y="154711"/>
            <a:ext cx="2147182" cy="429158"/>
          </a:xfrm>
          <a:prstGeom prst="rect">
            <a:avLst/>
          </a:prstGeom>
          <a:solidFill>
            <a:schemeClr val="accent5">
              <a:alpha val="73000"/>
            </a:schemeClr>
          </a:solidFill>
          <a:ln w="28575">
            <a:solidFill>
              <a:srgbClr val="972727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C21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ICH M11 Aligned Document Transmission </a:t>
            </a:r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FA962685-B0EF-BCDC-7F5B-42E9BEABDFBB}"/>
              </a:ext>
            </a:extLst>
          </p:cNvPr>
          <p:cNvSpPr/>
          <p:nvPr/>
        </p:nvSpPr>
        <p:spPr>
          <a:xfrm>
            <a:off x="6494003" y="73126"/>
            <a:ext cx="3520620" cy="58635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972727"/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78358" marR="0" lvl="0" indent="-78358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Align with evolving regulatory requirements</a:t>
            </a:r>
          </a:p>
          <a:p>
            <a:pPr marL="78358" marR="0" lvl="0" indent="-78358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Secure transfer of sensitive information</a:t>
            </a:r>
          </a:p>
          <a:p>
            <a:pPr marL="78358" marR="0" lvl="0" indent="-78358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Efficient exchange with additional stakeholders</a:t>
            </a: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D69A06CF-E346-2F89-B5B1-1D6228591B18}"/>
              </a:ext>
            </a:extLst>
          </p:cNvPr>
          <p:cNvCxnSpPr>
            <a:cxnSpLocks/>
            <a:stCxn id="173" idx="3"/>
            <a:endCxn id="174" idx="1"/>
          </p:cNvCxnSpPr>
          <p:nvPr/>
        </p:nvCxnSpPr>
        <p:spPr>
          <a:xfrm flipV="1">
            <a:off x="5180662" y="366303"/>
            <a:ext cx="1313341" cy="2987"/>
          </a:xfrm>
          <a:prstGeom prst="line">
            <a:avLst/>
          </a:prstGeom>
          <a:solidFill>
            <a:schemeClr val="accent5">
              <a:alpha val="50000"/>
            </a:schemeClr>
          </a:solidFill>
          <a:ln w="28575">
            <a:solidFill>
              <a:srgbClr val="972727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cxnSp>
      <p:pic>
        <p:nvPicPr>
          <p:cNvPr id="4" name="Graphic 3" descr="Badge Question Mark with solid fill">
            <a:extLst>
              <a:ext uri="{FF2B5EF4-FFF2-40B4-BE49-F238E27FC236}">
                <a16:creationId xmlns:a16="http://schemas.microsoft.com/office/drawing/2014/main" id="{929C3D56-5E84-BE3F-31D0-44F74284DE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7772" y="3537335"/>
            <a:ext cx="479715" cy="479715"/>
          </a:xfrm>
          <a:prstGeom prst="rect">
            <a:avLst/>
          </a:prstGeom>
        </p:spPr>
      </p:pic>
      <p:pic>
        <p:nvPicPr>
          <p:cNvPr id="5" name="Graphic 4" descr="Badge Question Mark with solid fill">
            <a:extLst>
              <a:ext uri="{FF2B5EF4-FFF2-40B4-BE49-F238E27FC236}">
                <a16:creationId xmlns:a16="http://schemas.microsoft.com/office/drawing/2014/main" id="{AB5DA4FF-100B-0885-67D8-264F9E5287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5751" y="3532253"/>
            <a:ext cx="438912" cy="438912"/>
          </a:xfrm>
          <a:prstGeom prst="rect">
            <a:avLst/>
          </a:prstGeom>
        </p:spPr>
      </p:pic>
      <p:pic>
        <p:nvPicPr>
          <p:cNvPr id="6" name="Graphic 5" descr="Badge Question Mark with solid fill">
            <a:extLst>
              <a:ext uri="{FF2B5EF4-FFF2-40B4-BE49-F238E27FC236}">
                <a16:creationId xmlns:a16="http://schemas.microsoft.com/office/drawing/2014/main" id="{216A03DB-B8FA-2F75-5577-373B05B221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9242" y="3973770"/>
            <a:ext cx="365760" cy="365760"/>
          </a:xfrm>
          <a:prstGeom prst="rect">
            <a:avLst/>
          </a:prstGeom>
        </p:spPr>
      </p:pic>
      <p:pic>
        <p:nvPicPr>
          <p:cNvPr id="7" name="Graphic 6" descr="Badge Question Mark with solid fill">
            <a:extLst>
              <a:ext uri="{FF2B5EF4-FFF2-40B4-BE49-F238E27FC236}">
                <a16:creationId xmlns:a16="http://schemas.microsoft.com/office/drawing/2014/main" id="{7C2D088D-5448-F5BD-3221-2936E8A5B0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8389" y="4783235"/>
            <a:ext cx="274320" cy="274320"/>
          </a:xfrm>
          <a:prstGeom prst="rect">
            <a:avLst/>
          </a:prstGeom>
        </p:spPr>
      </p:pic>
      <p:pic>
        <p:nvPicPr>
          <p:cNvPr id="8" name="Graphic 7" descr="Badge Question Mark with solid fill">
            <a:extLst>
              <a:ext uri="{FF2B5EF4-FFF2-40B4-BE49-F238E27FC236}">
                <a16:creationId xmlns:a16="http://schemas.microsoft.com/office/drawing/2014/main" id="{6D1F8E4F-3D61-1506-D2E2-95D8369CAB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8313" y="5633592"/>
            <a:ext cx="182880" cy="1828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4C3948-4533-8E0F-A51B-969F47C1AA72}"/>
              </a:ext>
            </a:extLst>
          </p:cNvPr>
          <p:cNvSpPr txBox="1"/>
          <p:nvPr/>
        </p:nvSpPr>
        <p:spPr>
          <a:xfrm>
            <a:off x="-28961" y="0"/>
            <a:ext cx="414337" cy="2667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CF9A57F-A5EC-6D37-F59D-6D1A263CF345}"/>
              </a:ext>
            </a:extLst>
          </p:cNvPr>
          <p:cNvCxnSpPr>
            <a:cxnSpLocks/>
            <a:stCxn id="171" idx="3"/>
            <a:endCxn id="172" idx="1"/>
          </p:cNvCxnSpPr>
          <p:nvPr/>
        </p:nvCxnSpPr>
        <p:spPr>
          <a:xfrm>
            <a:off x="5180662" y="863660"/>
            <a:ext cx="1313341" cy="628689"/>
          </a:xfrm>
          <a:prstGeom prst="bentConnector3">
            <a:avLst/>
          </a:prstGeom>
          <a:solidFill>
            <a:schemeClr val="accent5">
              <a:alpha val="50000"/>
            </a:schemeClr>
          </a:solidFill>
          <a:ln w="28575">
            <a:solidFill>
              <a:srgbClr val="972727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6A2FD47-1988-8C01-E380-B7DCAA1FF2F6}"/>
              </a:ext>
            </a:extLst>
          </p:cNvPr>
          <p:cNvSpPr/>
          <p:nvPr/>
        </p:nvSpPr>
        <p:spPr>
          <a:xfrm>
            <a:off x="2224512" y="4112468"/>
            <a:ext cx="1003931" cy="412954"/>
          </a:xfrm>
          <a:prstGeom prst="rect">
            <a:avLst/>
          </a:prstGeom>
          <a:solidFill>
            <a:schemeClr val="accent6">
              <a:lumMod val="90000"/>
              <a:alpha val="80000"/>
            </a:schemeClr>
          </a:solidFill>
          <a:ln w="28575">
            <a:solidFill>
              <a:schemeClr val="tx2">
                <a:lumMod val="75000"/>
              </a:schemeClr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C21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Site System Integration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4761DD-3577-637C-208B-708373DCCB1D}"/>
              </a:ext>
            </a:extLst>
          </p:cNvPr>
          <p:cNvSpPr/>
          <p:nvPr/>
        </p:nvSpPr>
        <p:spPr>
          <a:xfrm>
            <a:off x="4787630" y="5169315"/>
            <a:ext cx="1290157" cy="619923"/>
          </a:xfrm>
          <a:prstGeom prst="rect">
            <a:avLst/>
          </a:prstGeom>
          <a:solidFill>
            <a:schemeClr val="accent6">
              <a:lumMod val="90000"/>
              <a:alpha val="80000"/>
            </a:schemeClr>
          </a:solidFill>
          <a:ln w="28575">
            <a:solidFill>
              <a:schemeClr val="tx2">
                <a:lumMod val="75000"/>
              </a:schemeClr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C21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Pooled Analysis of Protocols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393A675-2A7F-A25A-27C4-619292920B0F}"/>
              </a:ext>
            </a:extLst>
          </p:cNvPr>
          <p:cNvCxnSpPr>
            <a:cxnSpLocks/>
            <a:stCxn id="107" idx="2"/>
            <a:endCxn id="96" idx="0"/>
          </p:cNvCxnSpPr>
          <p:nvPr/>
        </p:nvCxnSpPr>
        <p:spPr>
          <a:xfrm rot="5400000">
            <a:off x="2784248" y="3423791"/>
            <a:ext cx="1998429" cy="720809"/>
          </a:xfrm>
          <a:prstGeom prst="bentConnector3">
            <a:avLst>
              <a:gd name="adj1" fmla="val 50000"/>
            </a:avLst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FF565E7-4A33-6211-6513-CE27A432BFDB}"/>
              </a:ext>
            </a:extLst>
          </p:cNvPr>
          <p:cNvCxnSpPr>
            <a:cxnSpLocks/>
            <a:stCxn id="107" idx="2"/>
            <a:endCxn id="95" idx="0"/>
          </p:cNvCxnSpPr>
          <p:nvPr/>
        </p:nvCxnSpPr>
        <p:spPr>
          <a:xfrm rot="16200000" flipH="1">
            <a:off x="4922473" y="2006373"/>
            <a:ext cx="717792" cy="2275007"/>
          </a:xfrm>
          <a:prstGeom prst="bentConnector3">
            <a:avLst>
              <a:gd name="adj1" fmla="val 64013"/>
            </a:avLst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8EAE58B-6A33-46D3-1537-C0F6CD186FB9}"/>
              </a:ext>
            </a:extLst>
          </p:cNvPr>
          <p:cNvCxnSpPr>
            <a:cxnSpLocks/>
            <a:stCxn id="107" idx="2"/>
            <a:endCxn id="98" idx="1"/>
          </p:cNvCxnSpPr>
          <p:nvPr/>
        </p:nvCxnSpPr>
        <p:spPr>
          <a:xfrm rot="16200000" flipH="1">
            <a:off x="3596120" y="3332726"/>
            <a:ext cx="1654841" cy="559349"/>
          </a:xfrm>
          <a:prstGeom prst="bentConnector2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59590E6-EA33-5AC1-2AD3-16A46ED31115}"/>
              </a:ext>
            </a:extLst>
          </p:cNvPr>
          <p:cNvCxnSpPr>
            <a:cxnSpLocks/>
            <a:stCxn id="107" idx="2"/>
            <a:endCxn id="18" idx="1"/>
          </p:cNvCxnSpPr>
          <p:nvPr/>
        </p:nvCxnSpPr>
        <p:spPr>
          <a:xfrm rot="16200000" flipH="1">
            <a:off x="3118600" y="3810247"/>
            <a:ext cx="2694296" cy="643764"/>
          </a:xfrm>
          <a:prstGeom prst="bentConnector2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EB04E4D4-AC36-14DA-B49E-4DA0E07CB369}"/>
              </a:ext>
            </a:extLst>
          </p:cNvPr>
          <p:cNvCxnSpPr>
            <a:cxnSpLocks/>
            <a:stCxn id="107" idx="2"/>
            <a:endCxn id="17" idx="0"/>
          </p:cNvCxnSpPr>
          <p:nvPr/>
        </p:nvCxnSpPr>
        <p:spPr>
          <a:xfrm rot="5400000">
            <a:off x="2771429" y="2740030"/>
            <a:ext cx="1327487" cy="1417388"/>
          </a:xfrm>
          <a:prstGeom prst="bentConnector3">
            <a:avLst>
              <a:gd name="adj1" fmla="val 50000"/>
            </a:avLst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9A1C3D7-CCFD-F144-9CFC-FAC296F5A852}"/>
              </a:ext>
            </a:extLst>
          </p:cNvPr>
          <p:cNvSpPr/>
          <p:nvPr/>
        </p:nvSpPr>
        <p:spPr>
          <a:xfrm>
            <a:off x="1332550" y="3390950"/>
            <a:ext cx="1059008" cy="412954"/>
          </a:xfrm>
          <a:prstGeom prst="rect">
            <a:avLst/>
          </a:prstGeom>
          <a:solidFill>
            <a:schemeClr val="accent6">
              <a:lumMod val="90000"/>
              <a:alpha val="80000"/>
            </a:schemeClr>
          </a:solidFill>
          <a:ln w="28575">
            <a:solidFill>
              <a:schemeClr val="tx2">
                <a:lumMod val="75000"/>
              </a:schemeClr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C212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EHR Integration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57D43D-2264-D821-F19C-A6936021D0BF}"/>
              </a:ext>
            </a:extLst>
          </p:cNvPr>
          <p:cNvSpPr txBox="1"/>
          <p:nvPr/>
        </p:nvSpPr>
        <p:spPr>
          <a:xfrm>
            <a:off x="4139" y="251335"/>
            <a:ext cx="273725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5D707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Power of the Digital Protocol</a:t>
            </a:r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0CDE0BD5-70F1-6E02-F204-9A7134441C64}"/>
              </a:ext>
            </a:extLst>
          </p:cNvPr>
          <p:cNvCxnSpPr>
            <a:cxnSpLocks/>
            <a:stCxn id="107" idx="2"/>
            <a:endCxn id="51" idx="0"/>
          </p:cNvCxnSpPr>
          <p:nvPr/>
        </p:nvCxnSpPr>
        <p:spPr>
          <a:xfrm rot="5400000">
            <a:off x="2699976" y="1947059"/>
            <a:ext cx="605969" cy="2281812"/>
          </a:xfrm>
          <a:prstGeom prst="bentConnector3">
            <a:avLst>
              <a:gd name="adj1" fmla="val 50000"/>
            </a:avLst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2725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62A6FC-53B7-BA68-1C65-ABB96FB757F1}"/>
              </a:ext>
            </a:extLst>
          </p:cNvPr>
          <p:cNvSpPr/>
          <p:nvPr/>
        </p:nvSpPr>
        <p:spPr>
          <a:xfrm>
            <a:off x="3526302" y="2387850"/>
            <a:ext cx="1928343" cy="181034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b="1" dirty="0">
                <a:solidFill>
                  <a:schemeClr val="bg2"/>
                </a:solidFill>
              </a:rPr>
              <a:t>Resource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5DE5ACA-2181-3414-5DC4-FB6C2F4FD3DA}"/>
              </a:ext>
            </a:extLst>
          </p:cNvPr>
          <p:cNvSpPr/>
          <p:nvPr/>
        </p:nvSpPr>
        <p:spPr>
          <a:xfrm>
            <a:off x="3774460" y="2821740"/>
            <a:ext cx="1432026" cy="52154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b="1" dirty="0">
                <a:solidFill>
                  <a:schemeClr val="bg2"/>
                </a:solidFill>
              </a:rPr>
              <a:t>Datatype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70AD4FA-7BAF-C3B6-EB77-192B092F7C11}"/>
              </a:ext>
            </a:extLst>
          </p:cNvPr>
          <p:cNvSpPr/>
          <p:nvPr/>
        </p:nvSpPr>
        <p:spPr>
          <a:xfrm>
            <a:off x="3624863" y="3561822"/>
            <a:ext cx="1680629" cy="52154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b="1" dirty="0">
                <a:solidFill>
                  <a:schemeClr val="bg2"/>
                </a:solidFill>
              </a:rPr>
              <a:t>Terminology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027F00-138E-4739-D4CD-ABED55763924}"/>
              </a:ext>
            </a:extLst>
          </p:cNvPr>
          <p:cNvSpPr/>
          <p:nvPr/>
        </p:nvSpPr>
        <p:spPr>
          <a:xfrm>
            <a:off x="5652123" y="2349372"/>
            <a:ext cx="556801" cy="184881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/>
            <a:r>
              <a:rPr lang="en-GB" b="1" dirty="0">
                <a:solidFill>
                  <a:schemeClr val="bg2"/>
                </a:solidFill>
              </a:rPr>
              <a:t>Extension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C83F3C-6C56-6915-E5BA-CF646B6C8590}"/>
              </a:ext>
            </a:extLst>
          </p:cNvPr>
          <p:cNvSpPr/>
          <p:nvPr/>
        </p:nvSpPr>
        <p:spPr>
          <a:xfrm>
            <a:off x="3220528" y="1811547"/>
            <a:ext cx="3266536" cy="26051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b="1" dirty="0">
                <a:solidFill>
                  <a:schemeClr val="bg2"/>
                </a:solidFill>
              </a:rPr>
              <a:t>Profile</a:t>
            </a:r>
          </a:p>
        </p:txBody>
      </p:sp>
    </p:spTree>
    <p:extLst>
      <p:ext uri="{BB962C8B-B14F-4D97-AF65-F5344CB8AC3E}">
        <p14:creationId xmlns:p14="http://schemas.microsoft.com/office/powerpoint/2010/main" val="278831817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926C27-7192-32E1-7151-B8295706C6BF}"/>
              </a:ext>
            </a:extLst>
          </p:cNvPr>
          <p:cNvSpPr/>
          <p:nvPr/>
        </p:nvSpPr>
        <p:spPr>
          <a:xfrm>
            <a:off x="2194560" y="2447778"/>
            <a:ext cx="951914" cy="196947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Hic textus </a:t>
            </a:r>
            <a:r>
              <a:rPr lang="en-GB" sz="1400" dirty="0" err="1"/>
              <a:t>tantummodo</a:t>
            </a:r>
            <a:endParaRPr lang="en-GB" sz="1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F6A01E0-04A4-EB9E-4A89-F23C5A6F0B82}"/>
              </a:ext>
            </a:extLst>
          </p:cNvPr>
          <p:cNvSpPr/>
          <p:nvPr/>
        </p:nvSpPr>
        <p:spPr>
          <a:xfrm>
            <a:off x="3577883" y="2527495"/>
            <a:ext cx="2250831" cy="59084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Hic textus </a:t>
            </a:r>
            <a:r>
              <a:rPr lang="en-GB" sz="1400" dirty="0" err="1"/>
              <a:t>tantummodo</a:t>
            </a:r>
            <a:endParaRPr lang="en-GB" sz="1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816092-ED9D-B500-073E-03B4FFB42B73}"/>
              </a:ext>
            </a:extLst>
          </p:cNvPr>
          <p:cNvSpPr/>
          <p:nvPr/>
        </p:nvSpPr>
        <p:spPr>
          <a:xfrm>
            <a:off x="3530990" y="3739663"/>
            <a:ext cx="2250831" cy="59084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Hic textus </a:t>
            </a:r>
            <a:r>
              <a:rPr lang="en-GB" sz="1400" dirty="0" err="1"/>
              <a:t>tantummodo</a:t>
            </a:r>
            <a:endParaRPr lang="en-GB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6958E9-C95C-9D4A-FF2C-40D2B3F336F1}"/>
              </a:ext>
            </a:extLst>
          </p:cNvPr>
          <p:cNvSpPr/>
          <p:nvPr/>
        </p:nvSpPr>
        <p:spPr>
          <a:xfrm>
            <a:off x="6253089" y="2460674"/>
            <a:ext cx="951914" cy="196947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Hic textus </a:t>
            </a:r>
            <a:r>
              <a:rPr lang="en-GB" sz="1400" dirty="0" err="1"/>
              <a:t>tantummodo</a:t>
            </a:r>
            <a:endParaRPr lang="en-GB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F87518-EE29-2198-446C-346342B0B5C6}"/>
              </a:ext>
            </a:extLst>
          </p:cNvPr>
          <p:cNvSpPr/>
          <p:nvPr/>
        </p:nvSpPr>
        <p:spPr>
          <a:xfrm>
            <a:off x="2670517" y="4529797"/>
            <a:ext cx="4058529" cy="34231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Hic textus </a:t>
            </a:r>
            <a:r>
              <a:rPr lang="en-GB" sz="1400" dirty="0" err="1"/>
              <a:t>tantummodo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9FAEDC-61B9-1F0E-F16C-DC63E883D5D9}"/>
              </a:ext>
            </a:extLst>
          </p:cNvPr>
          <p:cNvSpPr txBox="1"/>
          <p:nvPr/>
        </p:nvSpPr>
        <p:spPr>
          <a:xfrm>
            <a:off x="2194561" y="2039815"/>
            <a:ext cx="4970584" cy="34231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GB" b="1" dirty="0"/>
              <a:t>Exemplar Trial Schema Drawing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00EDC8F-2C2E-59CE-C440-E331C172CADE}"/>
              </a:ext>
            </a:extLst>
          </p:cNvPr>
          <p:cNvSpPr/>
          <p:nvPr/>
        </p:nvSpPr>
        <p:spPr>
          <a:xfrm>
            <a:off x="3226191" y="2724443"/>
            <a:ext cx="304799" cy="23915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3605F98-BBDB-0262-5DE7-656BAA1605DD}"/>
              </a:ext>
            </a:extLst>
          </p:cNvPr>
          <p:cNvSpPr/>
          <p:nvPr/>
        </p:nvSpPr>
        <p:spPr>
          <a:xfrm>
            <a:off x="3166403" y="3894407"/>
            <a:ext cx="304799" cy="23915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AED23C3-C20C-2CC1-08DD-082CB95E32A6}"/>
              </a:ext>
            </a:extLst>
          </p:cNvPr>
          <p:cNvSpPr/>
          <p:nvPr/>
        </p:nvSpPr>
        <p:spPr>
          <a:xfrm>
            <a:off x="5888502" y="2720926"/>
            <a:ext cx="304799" cy="23915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6853881-5F52-18BB-F1A0-844D3E9F5FFE}"/>
              </a:ext>
            </a:extLst>
          </p:cNvPr>
          <p:cNvSpPr/>
          <p:nvPr/>
        </p:nvSpPr>
        <p:spPr>
          <a:xfrm>
            <a:off x="5870916" y="3894406"/>
            <a:ext cx="304799" cy="23915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232945772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895BCE-BFFE-282C-BD8B-642238818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438003"/>
              </p:ext>
            </p:extLst>
          </p:nvPr>
        </p:nvGraphicFramePr>
        <p:xfrm>
          <a:off x="2698653" y="2420791"/>
          <a:ext cx="3962400" cy="14258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92224909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6586071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1965788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301300825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109440221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59541449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Day -1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Day 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Day 1 to 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Day n+1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1264968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Pre-assessment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52443116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Signed consent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6686326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Demographics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9872825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Clinical Assessment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88765368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Dose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x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21774187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Discharge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x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13558646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91C507A-27C9-8361-F621-6CDC6FF8A2AA}"/>
              </a:ext>
            </a:extLst>
          </p:cNvPr>
          <p:cNvSpPr txBox="1"/>
          <p:nvPr/>
        </p:nvSpPr>
        <p:spPr>
          <a:xfrm>
            <a:off x="2698653" y="2039815"/>
            <a:ext cx="3962400" cy="34231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GB" b="1" dirty="0"/>
              <a:t>Exemplar Schedule of Activities</a:t>
            </a:r>
          </a:p>
        </p:txBody>
      </p:sp>
    </p:spTree>
    <p:extLst>
      <p:ext uri="{BB962C8B-B14F-4D97-AF65-F5344CB8AC3E}">
        <p14:creationId xmlns:p14="http://schemas.microsoft.com/office/powerpoint/2010/main" val="94159813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ulcan - UDP">
  <a:themeElements>
    <a:clrScheme name="PA Consulting">
      <a:dk1>
        <a:srgbClr val="293947"/>
      </a:dk1>
      <a:lt1>
        <a:srgbClr val="FFFFFF"/>
      </a:lt1>
      <a:dk2>
        <a:srgbClr val="F5F8FA"/>
      </a:dk2>
      <a:lt2>
        <a:srgbClr val="3876BE"/>
      </a:lt2>
      <a:accent1>
        <a:srgbClr val="0C2126"/>
      </a:accent1>
      <a:accent2>
        <a:srgbClr val="293947"/>
      </a:accent2>
      <a:accent3>
        <a:srgbClr val="5D707F"/>
      </a:accent3>
      <a:accent4>
        <a:srgbClr val="9AB1C5"/>
      </a:accent4>
      <a:accent5>
        <a:srgbClr val="C2D6E7"/>
      </a:accent5>
      <a:accent6>
        <a:srgbClr val="E9EFF6"/>
      </a:accent6>
      <a:hlink>
        <a:srgbClr val="293947"/>
      </a:hlink>
      <a:folHlink>
        <a:srgbClr val="29394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40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>
          <a:defRPr sz="1100" dirty="0" err="1" smtClean="0"/>
        </a:defPPr>
      </a:lstStyle>
    </a:txDef>
  </a:objectDefaults>
  <a:extraClrSchemeLst/>
  <a:custClrLst>
    <a:custClr name="Java">
      <a:srgbClr val="49BED8"/>
    </a:custClr>
    <a:custClr name="Keppel">
      <a:srgbClr val="38AFAC"/>
    </a:custClr>
    <a:custClr name="Lime">
      <a:srgbClr val="A5BD35"/>
    </a:custClr>
    <a:custClr name="Apricot">
      <a:srgbClr val="F9B655"/>
    </a:custClr>
    <a:custClr name="Dove">
      <a:srgbClr val="C0BCB4"/>
    </a:custClr>
    <a:custClr name="Rose">
      <a:srgbClr val="F3A8CA"/>
    </a:custClr>
    <a:custClr name="Deluge">
      <a:srgbClr val="7D5E9B"/>
    </a:custClr>
    <a:custClr name="White">
      <a:srgbClr val="FFFFFF"/>
    </a:custClr>
    <a:custClr name="White">
      <a:srgbClr val="FFFFFF"/>
    </a:custClr>
    <a:custClr name="White">
      <a:srgbClr val="FFFFFF"/>
    </a:custClr>
    <a:custClr name="Sky">
      <a:srgbClr val="89CFDF"/>
    </a:custClr>
    <a:custClr name="Glacier">
      <a:srgbClr val="7EC2C4"/>
    </a:custClr>
    <a:custClr name="Tacha">
      <a:srgbClr val="C3D669"/>
    </a:custClr>
    <a:custClr name="Cheroke">
      <a:srgbClr val="FDD69A"/>
    </a:custClr>
    <a:custClr name="Swirl">
      <a:srgbClr val="D5D1C8"/>
    </a:custClr>
    <a:custClr name="Azalea">
      <a:srgbClr val="F8C9DF"/>
    </a:custClr>
    <a:custClr name="Lavender">
      <a:srgbClr val="9988B6"/>
    </a:custClr>
    <a:custClr name="White">
      <a:srgbClr val="FFFFFF"/>
    </a:custClr>
    <a:custClr name="White">
      <a:srgbClr val="FFFFFF"/>
    </a:custClr>
    <a:custClr name="White">
      <a:srgbClr val="FFFFFF"/>
    </a:custClr>
    <a:custClr name="Blue">
      <a:srgbClr val="3E77BC"/>
    </a:custClr>
    <a:custClr name="Lagoon">
      <a:srgbClr val="009E9F"/>
    </a:custClr>
    <a:custClr name="Apple">
      <a:srgbClr val="66A639"/>
    </a:custClr>
    <a:custClr name="Jaffa">
      <a:srgbClr val="F0802D"/>
    </a:custClr>
    <a:custClr name="Sandrift">
      <a:srgbClr val="B49482"/>
    </a:custClr>
    <a:custClr name="Bouquet">
      <a:srgbClr val="BA769E"/>
    </a:custClr>
    <a:custClr name="Minsk">
      <a:srgbClr val="61467F"/>
    </a:custClr>
    <a:custClr name="White">
      <a:srgbClr val="FFFFFF"/>
    </a:custClr>
    <a:custClr name="White">
      <a:srgbClr val="FFFFFF"/>
    </a:custClr>
    <a:custClr name="White">
      <a:srgbClr val="FFFFFF"/>
    </a:custClr>
    <a:custClr name="Chambray">
      <a:srgbClr val="2855A2"/>
    </a:custClr>
    <a:custClr name="Teal">
      <a:srgbClr val="007E81"/>
    </a:custClr>
    <a:custClr name="Fern">
      <a:srgbClr val="558835"/>
    </a:custClr>
    <a:custClr name="Tango">
      <a:srgbClr val="EA560D"/>
    </a:custClr>
    <a:custClr name="Red">
      <a:srgbClr val="D13239"/>
    </a:custClr>
    <a:custClr name="Plum">
      <a:srgbClr val="8C3F82"/>
    </a:custClr>
    <a:custClr name="Jacarta">
      <a:srgbClr val="533071"/>
    </a:custClr>
    <a:custClr name="White">
      <a:srgbClr val="FFFFFF"/>
    </a:custClr>
    <a:custClr name="White">
      <a:srgbClr val="FFFFFF"/>
    </a:custClr>
    <a:custClr name="White">
      <a:srgbClr val="FFFFFF"/>
    </a:custClr>
    <a:custClr name="Biscay">
      <a:srgbClr val="1C376C"/>
    </a:custClr>
    <a:custClr name="Mosque">
      <a:srgbClr val="006A6F"/>
    </a:custClr>
    <a:custClr name="Woodland">
      <a:srgbClr val="385F28"/>
    </a:custClr>
    <a:custClr name="Thunderbird">
      <a:srgbClr val="D14118"/>
    </a:custClr>
    <a:custClr name="Brick">
      <a:srgbClr val="972727"/>
    </a:custClr>
    <a:custClr name="Finn">
      <a:srgbClr val="692C65"/>
    </a:custClr>
    <a:custClr name="Bossanova">
      <a:srgbClr val="3C2754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Vulcan Slide Template v4-Banda.potx" id="{E543D3A1-8399-48E5-939E-CFAB816FC89B}" vid="{2C8131F0-63DA-4B6B-B8C7-396E24768B7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b833577-d5f3-4c92-a991-e0f5e5f065ff">
      <Terms xmlns="http://schemas.microsoft.com/office/infopath/2007/PartnerControls"/>
    </lcf76f155ced4ddcb4097134ff3c332f>
    <TaxCatchAll xmlns="f82658c3-1dde-4375-8027-c01e071e890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F88792079FE4CAD7BBDE0BC7B7482" ma:contentTypeVersion="16" ma:contentTypeDescription="Create a new document." ma:contentTypeScope="" ma:versionID="10b42e779589e082fc18e8126cc73c95">
  <xsd:schema xmlns:xsd="http://www.w3.org/2001/XMLSchema" xmlns:xs="http://www.w3.org/2001/XMLSchema" xmlns:p="http://schemas.microsoft.com/office/2006/metadata/properties" xmlns:ns2="5b833577-d5f3-4c92-a991-e0f5e5f065ff" xmlns:ns3="f82658c3-1dde-4375-8027-c01e071e8904" targetNamespace="http://schemas.microsoft.com/office/2006/metadata/properties" ma:root="true" ma:fieldsID="929128d0b677e760dca1e9118ba1563a" ns2:_="" ns3:_="">
    <xsd:import namespace="5b833577-d5f3-4c92-a991-e0f5e5f065ff"/>
    <xsd:import namespace="f82658c3-1dde-4375-8027-c01e071e89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833577-d5f3-4c92-a991-e0f5e5f065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191912c3-2eeb-460f-a7fe-a561d54f8fc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2658c3-1dde-4375-8027-c01e071e890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6ad748f0-b28b-4f4f-b358-e143e647cf5a}" ma:internalName="TaxCatchAll" ma:showField="CatchAllData" ma:web="f82658c3-1dde-4375-8027-c01e071e89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0B5C36-FCDB-4D3E-B25C-742EC429D3C3}">
  <ds:schemaRefs>
    <ds:schemaRef ds:uri="http://schemas.microsoft.com/office/2006/metadata/properties"/>
    <ds:schemaRef ds:uri="http://schemas.microsoft.com/office/infopath/2007/PartnerControls"/>
    <ds:schemaRef ds:uri="5b833577-d5f3-4c92-a991-e0f5e5f065ff"/>
    <ds:schemaRef ds:uri="f82658c3-1dde-4375-8027-c01e071e8904"/>
  </ds:schemaRefs>
</ds:datastoreItem>
</file>

<file path=customXml/itemProps2.xml><?xml version="1.0" encoding="utf-8"?>
<ds:datastoreItem xmlns:ds="http://schemas.openxmlformats.org/officeDocument/2006/customXml" ds:itemID="{39F12FE4-0B52-4758-B2F9-AF9CD73F4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9A45B4-740D-4C76-B87E-7179ACD7FD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833577-d5f3-4c92-a991-e0f5e5f065ff"/>
    <ds:schemaRef ds:uri="f82658c3-1dde-4375-8027-c01e071e89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662</Words>
  <Application>Microsoft Office PowerPoint</Application>
  <PresentationFormat>Widescreen</PresentationFormat>
  <Paragraphs>179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Narrow</vt:lpstr>
      <vt:lpstr>Arial</vt:lpstr>
      <vt:lpstr>Arial Black</vt:lpstr>
      <vt:lpstr>Calibri</vt:lpstr>
      <vt:lpstr>Calibri Light</vt:lpstr>
      <vt:lpstr>Wingdings</vt:lpstr>
      <vt:lpstr>Office Theme</vt:lpstr>
      <vt:lpstr>Vulcan - UDP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Lloyd McKenzie</dc:creator>
  <cp:lastModifiedBy>Hugh Glover (Vulcan)</cp:lastModifiedBy>
  <cp:revision>17</cp:revision>
  <dcterms:created xsi:type="dcterms:W3CDTF">2019-09-11T17:38:37Z</dcterms:created>
  <dcterms:modified xsi:type="dcterms:W3CDTF">2026-06-03T10:04:32Z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0x010100C3FF88792079FE4CAD7BBDE0BC7B7482</vt:lpwstr>
  </property>
</Properties>
</file>