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147483237" r:id="rId7"/>
    <p:sldId id="2147483238" r:id="rId8"/>
    <p:sldId id="2147483239" r:id="rId9"/>
    <p:sldId id="260" r:id="rId10"/>
    <p:sldId id="261" r:id="rId11"/>
    <p:sldId id="2147483637" r:id="rId12"/>
    <p:sldId id="214748363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B9C"/>
    <a:srgbClr val="B7DEE8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6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9FF026-5CAB-4304-9748-06836E61A866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DE6EB1F9-CCB3-4241-A8B2-8CEFF8D795CB}">
      <dgm:prSet phldrT="[Text]"/>
      <dgm:spPr>
        <a:solidFill>
          <a:schemeClr val="accent2"/>
        </a:solidFill>
      </dgm:spPr>
      <dgm:t>
        <a:bodyPr/>
        <a:lstStyle/>
        <a:p>
          <a:r>
            <a:rPr lang="en-CA" dirty="0"/>
            <a:t>IGs</a:t>
          </a:r>
        </a:p>
      </dgm:t>
    </dgm:pt>
    <dgm:pt modelId="{69BC001D-944C-4A30-A7B8-B8D69C15D9D6}" type="parTrans" cxnId="{6ECCE027-A6A0-42D6-941C-5A2C9C256701}">
      <dgm:prSet/>
      <dgm:spPr/>
      <dgm:t>
        <a:bodyPr/>
        <a:lstStyle/>
        <a:p>
          <a:endParaRPr lang="en-CA"/>
        </a:p>
      </dgm:t>
    </dgm:pt>
    <dgm:pt modelId="{66E7D1F5-38B8-4310-842B-F6D144FBFCDF}" type="sibTrans" cxnId="{6ECCE027-A6A0-42D6-941C-5A2C9C256701}">
      <dgm:prSet/>
      <dgm:spPr>
        <a:solidFill>
          <a:srgbClr val="7030A0"/>
        </a:solidFill>
      </dgm:spPr>
      <dgm:t>
        <a:bodyPr/>
        <a:lstStyle/>
        <a:p>
          <a:endParaRPr lang="en-CA"/>
        </a:p>
      </dgm:t>
    </dgm:pt>
    <dgm:pt modelId="{9980857C-5114-4012-B4FF-6419E6A8B4CD}">
      <dgm:prSet phldrT="[Text]" phldr="1"/>
      <dgm:spPr/>
      <dgm:t>
        <a:bodyPr/>
        <a:lstStyle/>
        <a:p>
          <a:endParaRPr lang="en-CA"/>
        </a:p>
      </dgm:t>
    </dgm:pt>
    <dgm:pt modelId="{6A20A1EB-308C-47AD-B3BC-26CE9D3F1052}" type="parTrans" cxnId="{0BF77C81-169A-4090-A916-3EC1EE5B79FB}">
      <dgm:prSet/>
      <dgm:spPr/>
      <dgm:t>
        <a:bodyPr/>
        <a:lstStyle/>
        <a:p>
          <a:endParaRPr lang="en-CA"/>
        </a:p>
      </dgm:t>
    </dgm:pt>
    <dgm:pt modelId="{49E5CF0B-E149-4C1B-958D-CFBC1B3A6092}" type="sibTrans" cxnId="{0BF77C81-169A-4090-A916-3EC1EE5B79FB}">
      <dgm:prSet/>
      <dgm:spPr/>
      <dgm:t>
        <a:bodyPr/>
        <a:lstStyle/>
        <a:p>
          <a:endParaRPr lang="en-CA"/>
        </a:p>
      </dgm:t>
    </dgm:pt>
    <dgm:pt modelId="{757D2285-5AD3-48D5-A30B-A1475F757A46}">
      <dgm:prSet phldrT="[Text]"/>
      <dgm:spPr/>
      <dgm:t>
        <a:bodyPr/>
        <a:lstStyle/>
        <a:p>
          <a:r>
            <a:rPr lang="en-CA" dirty="0"/>
            <a:t>are</a:t>
          </a:r>
        </a:p>
      </dgm:t>
    </dgm:pt>
    <dgm:pt modelId="{2BD43D25-3DD4-42A8-A1BF-F1BB357AE73B}" type="parTrans" cxnId="{A81F8D4D-BC6E-4624-96CF-CC06CEFAC2C4}">
      <dgm:prSet/>
      <dgm:spPr/>
      <dgm:t>
        <a:bodyPr/>
        <a:lstStyle/>
        <a:p>
          <a:endParaRPr lang="en-CA"/>
        </a:p>
      </dgm:t>
    </dgm:pt>
    <dgm:pt modelId="{9A0D36BF-F080-4DAC-B7A8-50E376B2A202}" type="sibTrans" cxnId="{A81F8D4D-BC6E-4624-96CF-CC06CEFAC2C4}">
      <dgm:prSet/>
      <dgm:spPr>
        <a:solidFill>
          <a:schemeClr val="accent4">
            <a:lumMod val="20000"/>
            <a:lumOff val="80000"/>
          </a:schemeClr>
        </a:solidFill>
      </dgm:spPr>
      <dgm:t>
        <a:bodyPr/>
        <a:lstStyle/>
        <a:p>
          <a:endParaRPr lang="en-CA"/>
        </a:p>
      </dgm:t>
    </dgm:pt>
    <dgm:pt modelId="{14D61FD9-A2EC-4EE8-BAD6-8971FAE0D99D}">
      <dgm:prSet phldrT="[Text]" phldr="1"/>
      <dgm:spPr/>
      <dgm:t>
        <a:bodyPr/>
        <a:lstStyle/>
        <a:p>
          <a:endParaRPr lang="en-CA"/>
        </a:p>
      </dgm:t>
    </dgm:pt>
    <dgm:pt modelId="{E86D932C-3B85-48EB-8694-9299A9C9F837}" type="parTrans" cxnId="{F94F8DAE-6783-41DB-A172-B4B4410A4677}">
      <dgm:prSet/>
      <dgm:spPr/>
      <dgm:t>
        <a:bodyPr/>
        <a:lstStyle/>
        <a:p>
          <a:endParaRPr lang="en-CA"/>
        </a:p>
      </dgm:t>
    </dgm:pt>
    <dgm:pt modelId="{995CFC3E-A9C9-4474-B37D-9251FDA33630}" type="sibTrans" cxnId="{F94F8DAE-6783-41DB-A172-B4B4410A4677}">
      <dgm:prSet/>
      <dgm:spPr/>
      <dgm:t>
        <a:bodyPr/>
        <a:lstStyle/>
        <a:p>
          <a:endParaRPr lang="en-CA"/>
        </a:p>
      </dgm:t>
    </dgm:pt>
    <dgm:pt modelId="{7B251DE8-F897-4A83-9BA6-365DA27C4CB9}">
      <dgm:prSet phldrT="[Text]"/>
      <dgm:spPr>
        <a:solidFill>
          <a:schemeClr val="accent6">
            <a:lumMod val="60000"/>
            <a:lumOff val="40000"/>
          </a:schemeClr>
        </a:solidFill>
      </dgm:spPr>
      <dgm:t>
        <a:bodyPr/>
        <a:lstStyle/>
        <a:p>
          <a:r>
            <a:rPr lang="en-CA"/>
            <a:t>awesome</a:t>
          </a:r>
        </a:p>
      </dgm:t>
    </dgm:pt>
    <dgm:pt modelId="{F3506028-EA47-424A-ACB4-85B7643BF101}" type="parTrans" cxnId="{B2473CFF-ED84-4F13-B95F-6A2E2DCC12AE}">
      <dgm:prSet/>
      <dgm:spPr/>
      <dgm:t>
        <a:bodyPr/>
        <a:lstStyle/>
        <a:p>
          <a:endParaRPr lang="en-CA"/>
        </a:p>
      </dgm:t>
    </dgm:pt>
    <dgm:pt modelId="{BC536BF2-A04F-4FE5-ACA4-579ADB6645FA}" type="sibTrans" cxnId="{B2473CFF-ED84-4F13-B95F-6A2E2DCC12AE}">
      <dgm:prSet/>
      <dgm:spPr>
        <a:solidFill>
          <a:srgbClr val="FF0000"/>
        </a:solidFill>
      </dgm:spPr>
      <dgm:t>
        <a:bodyPr/>
        <a:lstStyle/>
        <a:p>
          <a:endParaRPr lang="en-CA"/>
        </a:p>
      </dgm:t>
    </dgm:pt>
    <dgm:pt modelId="{35D6D04A-A64C-4B20-B1C2-19DD037692E2}">
      <dgm:prSet phldrT="[Text]" phldr="1"/>
      <dgm:spPr/>
      <dgm:t>
        <a:bodyPr/>
        <a:lstStyle/>
        <a:p>
          <a:endParaRPr lang="en-CA"/>
        </a:p>
      </dgm:t>
    </dgm:pt>
    <dgm:pt modelId="{938F04F8-75D7-4B70-8330-FA5E1B9560C0}" type="parTrans" cxnId="{3202E229-C387-4CD2-8667-F4DD014E10F6}">
      <dgm:prSet/>
      <dgm:spPr/>
      <dgm:t>
        <a:bodyPr/>
        <a:lstStyle/>
        <a:p>
          <a:endParaRPr lang="en-CA"/>
        </a:p>
      </dgm:t>
    </dgm:pt>
    <dgm:pt modelId="{12302510-E136-4777-AB09-C016B61562AD}" type="sibTrans" cxnId="{3202E229-C387-4CD2-8667-F4DD014E10F6}">
      <dgm:prSet/>
      <dgm:spPr/>
      <dgm:t>
        <a:bodyPr/>
        <a:lstStyle/>
        <a:p>
          <a:endParaRPr lang="en-CA"/>
        </a:p>
      </dgm:t>
    </dgm:pt>
    <dgm:pt modelId="{0296AC39-9A43-4A2E-8ACA-9A576277BB9E}" type="pres">
      <dgm:prSet presAssocID="{7B9FF026-5CAB-4304-9748-06836E61A866}" presName="Name0" presStyleCnt="0">
        <dgm:presLayoutVars>
          <dgm:chMax/>
          <dgm:chPref/>
          <dgm:dir/>
          <dgm:animLvl val="lvl"/>
        </dgm:presLayoutVars>
      </dgm:prSet>
      <dgm:spPr/>
    </dgm:pt>
    <dgm:pt modelId="{45AD7BC3-31B3-4E98-ACDE-C6B178415FC1}" type="pres">
      <dgm:prSet presAssocID="{DE6EB1F9-CCB3-4241-A8B2-8CEFF8D795CB}" presName="composite" presStyleCnt="0"/>
      <dgm:spPr/>
    </dgm:pt>
    <dgm:pt modelId="{F22AB3D3-7148-4592-86DC-69E2CED8824D}" type="pres">
      <dgm:prSet presAssocID="{DE6EB1F9-CCB3-4241-A8B2-8CEFF8D795CB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F85FB133-54E7-4116-BF5D-8BD233B34919}" type="pres">
      <dgm:prSet presAssocID="{DE6EB1F9-CCB3-4241-A8B2-8CEFF8D795CB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05EC6220-18EF-46B0-A8DA-91D1E4E81E50}" type="pres">
      <dgm:prSet presAssocID="{DE6EB1F9-CCB3-4241-A8B2-8CEFF8D795CB}" presName="BalanceSpacing" presStyleCnt="0"/>
      <dgm:spPr/>
    </dgm:pt>
    <dgm:pt modelId="{93389839-FEAE-43FF-B974-951FA495462F}" type="pres">
      <dgm:prSet presAssocID="{DE6EB1F9-CCB3-4241-A8B2-8CEFF8D795CB}" presName="BalanceSpacing1" presStyleCnt="0"/>
      <dgm:spPr/>
    </dgm:pt>
    <dgm:pt modelId="{A9F5F316-838A-4B6C-BCD5-E08F3F0C49C3}" type="pres">
      <dgm:prSet presAssocID="{66E7D1F5-38B8-4310-842B-F6D144FBFCDF}" presName="Accent1Text" presStyleLbl="node1" presStyleIdx="1" presStyleCnt="6"/>
      <dgm:spPr/>
    </dgm:pt>
    <dgm:pt modelId="{64AC01F3-70F8-4234-91F1-64C5A59F1686}" type="pres">
      <dgm:prSet presAssocID="{66E7D1F5-38B8-4310-842B-F6D144FBFCDF}" presName="spaceBetweenRectangles" presStyleCnt="0"/>
      <dgm:spPr/>
    </dgm:pt>
    <dgm:pt modelId="{C6F6A9F6-2456-4E60-9BB3-DB333576FA1F}" type="pres">
      <dgm:prSet presAssocID="{757D2285-5AD3-48D5-A30B-A1475F757A46}" presName="composite" presStyleCnt="0"/>
      <dgm:spPr/>
    </dgm:pt>
    <dgm:pt modelId="{C9A35798-0772-4216-8CCB-899ECA011A51}" type="pres">
      <dgm:prSet presAssocID="{757D2285-5AD3-48D5-A30B-A1475F757A46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D6EB1D52-B5AA-4F54-8D5D-0696CDA0C90C}" type="pres">
      <dgm:prSet presAssocID="{757D2285-5AD3-48D5-A30B-A1475F757A46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B453ED18-0422-415F-BF35-07EFF24089FB}" type="pres">
      <dgm:prSet presAssocID="{757D2285-5AD3-48D5-A30B-A1475F757A46}" presName="BalanceSpacing" presStyleCnt="0"/>
      <dgm:spPr/>
    </dgm:pt>
    <dgm:pt modelId="{14374A99-5950-44F8-B9B4-917AC1256A53}" type="pres">
      <dgm:prSet presAssocID="{757D2285-5AD3-48D5-A30B-A1475F757A46}" presName="BalanceSpacing1" presStyleCnt="0"/>
      <dgm:spPr/>
    </dgm:pt>
    <dgm:pt modelId="{B95B73F6-A841-4DDA-B2BD-F5BA256FD53D}" type="pres">
      <dgm:prSet presAssocID="{9A0D36BF-F080-4DAC-B7A8-50E376B2A202}" presName="Accent1Text" presStyleLbl="node1" presStyleIdx="3" presStyleCnt="6"/>
      <dgm:spPr/>
    </dgm:pt>
    <dgm:pt modelId="{222D7C2C-F71E-4B23-8A0D-9C24EDCC2899}" type="pres">
      <dgm:prSet presAssocID="{9A0D36BF-F080-4DAC-B7A8-50E376B2A202}" presName="spaceBetweenRectangles" presStyleCnt="0"/>
      <dgm:spPr/>
    </dgm:pt>
    <dgm:pt modelId="{CA224A02-E2BD-49F2-92FF-505BE12095F6}" type="pres">
      <dgm:prSet presAssocID="{7B251DE8-F897-4A83-9BA6-365DA27C4CB9}" presName="composite" presStyleCnt="0"/>
      <dgm:spPr/>
    </dgm:pt>
    <dgm:pt modelId="{1D2AC8E7-159B-44BF-9CE2-4449837C8E84}" type="pres">
      <dgm:prSet presAssocID="{7B251DE8-F897-4A83-9BA6-365DA27C4CB9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73ED2255-97BA-495F-9E0D-B5BC447B635D}" type="pres">
      <dgm:prSet presAssocID="{7B251DE8-F897-4A83-9BA6-365DA27C4CB9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94382CFA-F56E-4CFE-981B-07AA6F0E405F}" type="pres">
      <dgm:prSet presAssocID="{7B251DE8-F897-4A83-9BA6-365DA27C4CB9}" presName="BalanceSpacing" presStyleCnt="0"/>
      <dgm:spPr/>
    </dgm:pt>
    <dgm:pt modelId="{D5344056-AA6F-4961-94DD-E6060438E83F}" type="pres">
      <dgm:prSet presAssocID="{7B251DE8-F897-4A83-9BA6-365DA27C4CB9}" presName="BalanceSpacing1" presStyleCnt="0"/>
      <dgm:spPr/>
    </dgm:pt>
    <dgm:pt modelId="{5C447899-5C47-44D2-B5A2-A9618FB7A98E}" type="pres">
      <dgm:prSet presAssocID="{BC536BF2-A04F-4FE5-ACA4-579ADB6645FA}" presName="Accent1Text" presStyleLbl="node1" presStyleIdx="5" presStyleCnt="6"/>
      <dgm:spPr/>
    </dgm:pt>
  </dgm:ptLst>
  <dgm:cxnLst>
    <dgm:cxn modelId="{AE46CC14-CB4A-41B1-A7FF-DE2863BB04EE}" type="presOf" srcId="{BC536BF2-A04F-4FE5-ACA4-579ADB6645FA}" destId="{5C447899-5C47-44D2-B5A2-A9618FB7A98E}" srcOrd="0" destOrd="0" presId="urn:microsoft.com/office/officeart/2008/layout/AlternatingHexagons"/>
    <dgm:cxn modelId="{C2B6DA25-796C-466E-8135-66FDDE2950D2}" type="presOf" srcId="{DE6EB1F9-CCB3-4241-A8B2-8CEFF8D795CB}" destId="{F22AB3D3-7148-4592-86DC-69E2CED8824D}" srcOrd="0" destOrd="0" presId="urn:microsoft.com/office/officeart/2008/layout/AlternatingHexagons"/>
    <dgm:cxn modelId="{6ECCE027-A6A0-42D6-941C-5A2C9C256701}" srcId="{7B9FF026-5CAB-4304-9748-06836E61A866}" destId="{DE6EB1F9-CCB3-4241-A8B2-8CEFF8D795CB}" srcOrd="0" destOrd="0" parTransId="{69BC001D-944C-4A30-A7B8-B8D69C15D9D6}" sibTransId="{66E7D1F5-38B8-4310-842B-F6D144FBFCDF}"/>
    <dgm:cxn modelId="{3202E229-C387-4CD2-8667-F4DD014E10F6}" srcId="{7B251DE8-F897-4A83-9BA6-365DA27C4CB9}" destId="{35D6D04A-A64C-4B20-B1C2-19DD037692E2}" srcOrd="0" destOrd="0" parTransId="{938F04F8-75D7-4B70-8330-FA5E1B9560C0}" sibTransId="{12302510-E136-4777-AB09-C016B61562AD}"/>
    <dgm:cxn modelId="{DAA9074B-8E0B-4755-A6A4-92F94131EF5C}" type="presOf" srcId="{757D2285-5AD3-48D5-A30B-A1475F757A46}" destId="{C9A35798-0772-4216-8CCB-899ECA011A51}" srcOrd="0" destOrd="0" presId="urn:microsoft.com/office/officeart/2008/layout/AlternatingHexagons"/>
    <dgm:cxn modelId="{A81F8D4D-BC6E-4624-96CF-CC06CEFAC2C4}" srcId="{7B9FF026-5CAB-4304-9748-06836E61A866}" destId="{757D2285-5AD3-48D5-A30B-A1475F757A46}" srcOrd="1" destOrd="0" parTransId="{2BD43D25-3DD4-42A8-A1BF-F1BB357AE73B}" sibTransId="{9A0D36BF-F080-4DAC-B7A8-50E376B2A202}"/>
    <dgm:cxn modelId="{732DC570-EB5C-4AB6-9114-0109C5BCE104}" type="presOf" srcId="{7B251DE8-F897-4A83-9BA6-365DA27C4CB9}" destId="{1D2AC8E7-159B-44BF-9CE2-4449837C8E84}" srcOrd="0" destOrd="0" presId="urn:microsoft.com/office/officeart/2008/layout/AlternatingHexagons"/>
    <dgm:cxn modelId="{2930C852-0CE1-4A5A-B7B9-189DC705829B}" type="presOf" srcId="{7B9FF026-5CAB-4304-9748-06836E61A866}" destId="{0296AC39-9A43-4A2E-8ACA-9A576277BB9E}" srcOrd="0" destOrd="0" presId="urn:microsoft.com/office/officeart/2008/layout/AlternatingHexagons"/>
    <dgm:cxn modelId="{B289A45A-B5D3-4CE2-999D-52481C6D76AD}" type="presOf" srcId="{66E7D1F5-38B8-4310-842B-F6D144FBFCDF}" destId="{A9F5F316-838A-4B6C-BCD5-E08F3F0C49C3}" srcOrd="0" destOrd="0" presId="urn:microsoft.com/office/officeart/2008/layout/AlternatingHexagons"/>
    <dgm:cxn modelId="{0BF77C81-169A-4090-A916-3EC1EE5B79FB}" srcId="{DE6EB1F9-CCB3-4241-A8B2-8CEFF8D795CB}" destId="{9980857C-5114-4012-B4FF-6419E6A8B4CD}" srcOrd="0" destOrd="0" parTransId="{6A20A1EB-308C-47AD-B3BC-26CE9D3F1052}" sibTransId="{49E5CF0B-E149-4C1B-958D-CFBC1B3A6092}"/>
    <dgm:cxn modelId="{C430ADA1-4FAA-4314-A829-6FC14DAE3766}" type="presOf" srcId="{9A0D36BF-F080-4DAC-B7A8-50E376B2A202}" destId="{B95B73F6-A841-4DDA-B2BD-F5BA256FD53D}" srcOrd="0" destOrd="0" presId="urn:microsoft.com/office/officeart/2008/layout/AlternatingHexagons"/>
    <dgm:cxn modelId="{F94F8DAE-6783-41DB-A172-B4B4410A4677}" srcId="{757D2285-5AD3-48D5-A30B-A1475F757A46}" destId="{14D61FD9-A2EC-4EE8-BAD6-8971FAE0D99D}" srcOrd="0" destOrd="0" parTransId="{E86D932C-3B85-48EB-8694-9299A9C9F837}" sibTransId="{995CFC3E-A9C9-4474-B37D-9251FDA33630}"/>
    <dgm:cxn modelId="{5829CCC6-B5E4-4171-BEA3-9D6E7946254F}" type="presOf" srcId="{35D6D04A-A64C-4B20-B1C2-19DD037692E2}" destId="{73ED2255-97BA-495F-9E0D-B5BC447B635D}" srcOrd="0" destOrd="0" presId="urn:microsoft.com/office/officeart/2008/layout/AlternatingHexagons"/>
    <dgm:cxn modelId="{9A26B3CE-2DED-425A-BF62-C624BFF54B70}" type="presOf" srcId="{9980857C-5114-4012-B4FF-6419E6A8B4CD}" destId="{F85FB133-54E7-4116-BF5D-8BD233B34919}" srcOrd="0" destOrd="0" presId="urn:microsoft.com/office/officeart/2008/layout/AlternatingHexagons"/>
    <dgm:cxn modelId="{25CD81EA-4B24-4683-B1FF-177E0214BA64}" type="presOf" srcId="{14D61FD9-A2EC-4EE8-BAD6-8971FAE0D99D}" destId="{D6EB1D52-B5AA-4F54-8D5D-0696CDA0C90C}" srcOrd="0" destOrd="0" presId="urn:microsoft.com/office/officeart/2008/layout/AlternatingHexagons"/>
    <dgm:cxn modelId="{B2473CFF-ED84-4F13-B95F-6A2E2DCC12AE}" srcId="{7B9FF026-5CAB-4304-9748-06836E61A866}" destId="{7B251DE8-F897-4A83-9BA6-365DA27C4CB9}" srcOrd="2" destOrd="0" parTransId="{F3506028-EA47-424A-ACB4-85B7643BF101}" sibTransId="{BC536BF2-A04F-4FE5-ACA4-579ADB6645FA}"/>
    <dgm:cxn modelId="{35F90A11-F342-44E6-8D04-1358F9C1D94F}" type="presParOf" srcId="{0296AC39-9A43-4A2E-8ACA-9A576277BB9E}" destId="{45AD7BC3-31B3-4E98-ACDE-C6B178415FC1}" srcOrd="0" destOrd="0" presId="urn:microsoft.com/office/officeart/2008/layout/AlternatingHexagons"/>
    <dgm:cxn modelId="{1ABFD832-8AA8-4EF8-B0BF-72D5C9AC1F69}" type="presParOf" srcId="{45AD7BC3-31B3-4E98-ACDE-C6B178415FC1}" destId="{F22AB3D3-7148-4592-86DC-69E2CED8824D}" srcOrd="0" destOrd="0" presId="urn:microsoft.com/office/officeart/2008/layout/AlternatingHexagons"/>
    <dgm:cxn modelId="{FBAAF286-BE2C-45ED-9530-BAA2447D7117}" type="presParOf" srcId="{45AD7BC3-31B3-4E98-ACDE-C6B178415FC1}" destId="{F85FB133-54E7-4116-BF5D-8BD233B34919}" srcOrd="1" destOrd="0" presId="urn:microsoft.com/office/officeart/2008/layout/AlternatingHexagons"/>
    <dgm:cxn modelId="{6C81FC1C-6351-40B5-BDB2-8FEB8204EEC7}" type="presParOf" srcId="{45AD7BC3-31B3-4E98-ACDE-C6B178415FC1}" destId="{05EC6220-18EF-46B0-A8DA-91D1E4E81E50}" srcOrd="2" destOrd="0" presId="urn:microsoft.com/office/officeart/2008/layout/AlternatingHexagons"/>
    <dgm:cxn modelId="{C3FFE3C0-8549-4A89-85D5-829B9E2D40EC}" type="presParOf" srcId="{45AD7BC3-31B3-4E98-ACDE-C6B178415FC1}" destId="{93389839-FEAE-43FF-B974-951FA495462F}" srcOrd="3" destOrd="0" presId="urn:microsoft.com/office/officeart/2008/layout/AlternatingHexagons"/>
    <dgm:cxn modelId="{9B4A2716-C608-4265-8F2E-6B880275C046}" type="presParOf" srcId="{45AD7BC3-31B3-4E98-ACDE-C6B178415FC1}" destId="{A9F5F316-838A-4B6C-BCD5-E08F3F0C49C3}" srcOrd="4" destOrd="0" presId="urn:microsoft.com/office/officeart/2008/layout/AlternatingHexagons"/>
    <dgm:cxn modelId="{0F999D5F-F548-4C96-8A7A-93D42F7410E7}" type="presParOf" srcId="{0296AC39-9A43-4A2E-8ACA-9A576277BB9E}" destId="{64AC01F3-70F8-4234-91F1-64C5A59F1686}" srcOrd="1" destOrd="0" presId="urn:microsoft.com/office/officeart/2008/layout/AlternatingHexagons"/>
    <dgm:cxn modelId="{FEE4820A-7551-4022-9915-210D8B2BE108}" type="presParOf" srcId="{0296AC39-9A43-4A2E-8ACA-9A576277BB9E}" destId="{C6F6A9F6-2456-4E60-9BB3-DB333576FA1F}" srcOrd="2" destOrd="0" presId="urn:microsoft.com/office/officeart/2008/layout/AlternatingHexagons"/>
    <dgm:cxn modelId="{033AB5BE-93A1-418D-B52D-17CBA64AAE50}" type="presParOf" srcId="{C6F6A9F6-2456-4E60-9BB3-DB333576FA1F}" destId="{C9A35798-0772-4216-8CCB-899ECA011A51}" srcOrd="0" destOrd="0" presId="urn:microsoft.com/office/officeart/2008/layout/AlternatingHexagons"/>
    <dgm:cxn modelId="{E70B9053-A472-41FD-A31A-F386B75C5023}" type="presParOf" srcId="{C6F6A9F6-2456-4E60-9BB3-DB333576FA1F}" destId="{D6EB1D52-B5AA-4F54-8D5D-0696CDA0C90C}" srcOrd="1" destOrd="0" presId="urn:microsoft.com/office/officeart/2008/layout/AlternatingHexagons"/>
    <dgm:cxn modelId="{CCDCF49D-7841-48B5-84F0-B344E0D734DD}" type="presParOf" srcId="{C6F6A9F6-2456-4E60-9BB3-DB333576FA1F}" destId="{B453ED18-0422-415F-BF35-07EFF24089FB}" srcOrd="2" destOrd="0" presId="urn:microsoft.com/office/officeart/2008/layout/AlternatingHexagons"/>
    <dgm:cxn modelId="{F11D9260-AF5F-41A9-9D86-8AA309E47ABD}" type="presParOf" srcId="{C6F6A9F6-2456-4E60-9BB3-DB333576FA1F}" destId="{14374A99-5950-44F8-B9B4-917AC1256A53}" srcOrd="3" destOrd="0" presId="urn:microsoft.com/office/officeart/2008/layout/AlternatingHexagons"/>
    <dgm:cxn modelId="{670A3241-EB46-400F-9C8B-C34856DDC4C4}" type="presParOf" srcId="{C6F6A9F6-2456-4E60-9BB3-DB333576FA1F}" destId="{B95B73F6-A841-4DDA-B2BD-F5BA256FD53D}" srcOrd="4" destOrd="0" presId="urn:microsoft.com/office/officeart/2008/layout/AlternatingHexagons"/>
    <dgm:cxn modelId="{95B0E2E9-A80A-4336-BF0E-9269770BFE12}" type="presParOf" srcId="{0296AC39-9A43-4A2E-8ACA-9A576277BB9E}" destId="{222D7C2C-F71E-4B23-8A0D-9C24EDCC2899}" srcOrd="3" destOrd="0" presId="urn:microsoft.com/office/officeart/2008/layout/AlternatingHexagons"/>
    <dgm:cxn modelId="{B0FB10DD-2452-42C7-A224-6EE6B00B570F}" type="presParOf" srcId="{0296AC39-9A43-4A2E-8ACA-9A576277BB9E}" destId="{CA224A02-E2BD-49F2-92FF-505BE12095F6}" srcOrd="4" destOrd="0" presId="urn:microsoft.com/office/officeart/2008/layout/AlternatingHexagons"/>
    <dgm:cxn modelId="{BD996FC6-C213-49F1-9966-24F59BACF903}" type="presParOf" srcId="{CA224A02-E2BD-49F2-92FF-505BE12095F6}" destId="{1D2AC8E7-159B-44BF-9CE2-4449837C8E84}" srcOrd="0" destOrd="0" presId="urn:microsoft.com/office/officeart/2008/layout/AlternatingHexagons"/>
    <dgm:cxn modelId="{1C94B010-A644-434A-87DB-08E4BE2A8233}" type="presParOf" srcId="{CA224A02-E2BD-49F2-92FF-505BE12095F6}" destId="{73ED2255-97BA-495F-9E0D-B5BC447B635D}" srcOrd="1" destOrd="0" presId="urn:microsoft.com/office/officeart/2008/layout/AlternatingHexagons"/>
    <dgm:cxn modelId="{D6D1F791-8510-4D93-916C-7161AF746B67}" type="presParOf" srcId="{CA224A02-E2BD-49F2-92FF-505BE12095F6}" destId="{94382CFA-F56E-4CFE-981B-07AA6F0E405F}" srcOrd="2" destOrd="0" presId="urn:microsoft.com/office/officeart/2008/layout/AlternatingHexagons"/>
    <dgm:cxn modelId="{CEF26F74-405B-4AE2-A5CE-97B4429C0FA2}" type="presParOf" srcId="{CA224A02-E2BD-49F2-92FF-505BE12095F6}" destId="{D5344056-AA6F-4961-94DD-E6060438E83F}" srcOrd="3" destOrd="0" presId="urn:microsoft.com/office/officeart/2008/layout/AlternatingHexagons"/>
    <dgm:cxn modelId="{A8D06387-76ED-4623-8430-CB56AC5F451F}" type="presParOf" srcId="{CA224A02-E2BD-49F2-92FF-505BE12095F6}" destId="{5C447899-5C47-44D2-B5A2-A9618FB7A98E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2AB3D3-7148-4592-86DC-69E2CED8824D}">
      <dsp:nvSpPr>
        <dsp:cNvPr id="0" name=""/>
        <dsp:cNvSpPr/>
      </dsp:nvSpPr>
      <dsp:spPr>
        <a:xfrm rot="5400000">
          <a:off x="3506806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IGs</a:t>
          </a:r>
        </a:p>
      </dsp:txBody>
      <dsp:txXfrm rot="-5400000">
        <a:off x="3909687" y="313106"/>
        <a:ext cx="1202866" cy="1382606"/>
      </dsp:txXfrm>
    </dsp:sp>
    <dsp:sp modelId="{F85FB133-54E7-4116-BF5D-8BD233B34919}">
      <dsp:nvSpPr>
        <dsp:cNvPr id="0" name=""/>
        <dsp:cNvSpPr/>
      </dsp:nvSpPr>
      <dsp:spPr>
        <a:xfrm>
          <a:off x="5437901" y="401821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401821"/>
        <a:ext cx="2241629" cy="1205177"/>
      </dsp:txXfrm>
    </dsp:sp>
    <dsp:sp modelId="{A9F5F316-838A-4B6C-BCD5-E08F3F0C49C3}">
      <dsp:nvSpPr>
        <dsp:cNvPr id="0" name=""/>
        <dsp:cNvSpPr/>
      </dsp:nvSpPr>
      <dsp:spPr>
        <a:xfrm rot="5400000">
          <a:off x="1619499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7030A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13106"/>
        <a:ext cx="1202866" cy="1382606"/>
      </dsp:txXfrm>
    </dsp:sp>
    <dsp:sp modelId="{C9A35798-0772-4216-8CCB-899ECA011A51}">
      <dsp:nvSpPr>
        <dsp:cNvPr id="0" name=""/>
        <dsp:cNvSpPr/>
      </dsp:nvSpPr>
      <dsp:spPr>
        <a:xfrm rot="5400000">
          <a:off x="2559537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are</a:t>
          </a:r>
        </a:p>
      </dsp:txBody>
      <dsp:txXfrm rot="-5400000">
        <a:off x="2962418" y="2018030"/>
        <a:ext cx="1202866" cy="1382606"/>
      </dsp:txXfrm>
    </dsp:sp>
    <dsp:sp modelId="{D6EB1D52-B5AA-4F54-8D5D-0696CDA0C90C}">
      <dsp:nvSpPr>
        <dsp:cNvPr id="0" name=""/>
        <dsp:cNvSpPr/>
      </dsp:nvSpPr>
      <dsp:spPr>
        <a:xfrm>
          <a:off x="448468" y="2106744"/>
          <a:ext cx="2169318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448468" y="2106744"/>
        <a:ext cx="2169318" cy="1205177"/>
      </dsp:txXfrm>
    </dsp:sp>
    <dsp:sp modelId="{B95B73F6-A841-4DDA-B2BD-F5BA256FD53D}">
      <dsp:nvSpPr>
        <dsp:cNvPr id="0" name=""/>
        <dsp:cNvSpPr/>
      </dsp:nvSpPr>
      <dsp:spPr>
        <a:xfrm rot="5400000">
          <a:off x="4446844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4">
            <a:lumMod val="20000"/>
            <a:lumOff val="8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4849725" y="2018030"/>
        <a:ext cx="1202866" cy="1382606"/>
      </dsp:txXfrm>
    </dsp:sp>
    <dsp:sp modelId="{1D2AC8E7-159B-44BF-9CE2-4449837C8E84}">
      <dsp:nvSpPr>
        <dsp:cNvPr id="0" name=""/>
        <dsp:cNvSpPr/>
      </dsp:nvSpPr>
      <dsp:spPr>
        <a:xfrm rot="5400000">
          <a:off x="3506806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6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/>
            <a:t>awesome</a:t>
          </a:r>
        </a:p>
      </dsp:txBody>
      <dsp:txXfrm rot="-5400000">
        <a:off x="3909687" y="3722953"/>
        <a:ext cx="1202866" cy="1382606"/>
      </dsp:txXfrm>
    </dsp:sp>
    <dsp:sp modelId="{73ED2255-97BA-495F-9E0D-B5BC447B635D}">
      <dsp:nvSpPr>
        <dsp:cNvPr id="0" name=""/>
        <dsp:cNvSpPr/>
      </dsp:nvSpPr>
      <dsp:spPr>
        <a:xfrm>
          <a:off x="5437901" y="3811668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3811668"/>
        <a:ext cx="2241629" cy="1205177"/>
      </dsp:txXfrm>
    </dsp:sp>
    <dsp:sp modelId="{5C447899-5C47-44D2-B5A2-A9618FB7A98E}">
      <dsp:nvSpPr>
        <dsp:cNvPr id="0" name=""/>
        <dsp:cNvSpPr/>
      </dsp:nvSpPr>
      <dsp:spPr>
        <a:xfrm rot="5400000">
          <a:off x="1619499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722953"/>
        <a:ext cx="1202866" cy="13826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1C5D9B-510E-445E-AF2D-731917B2632C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B0658-0C46-4CE4-BFFA-78737BC89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9911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extension? What is a profile?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8B954-2888-4EEA-BC75-22288D66EB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7742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“On the surface” we have enabled FHIR structured protocol exchange between parties.  What’s next?</a:t>
            </a:r>
          </a:p>
          <a:p>
            <a:endParaRPr lang="en-US"/>
          </a:p>
          <a:p>
            <a:r>
              <a:rPr lang="en-US"/>
              <a:t>“Below the surface” there are so many more possibilities being pursued across the clinical research ecosystem.  Some already in motion, some that can be made a reality or become more efficient with FHIR.</a:t>
            </a:r>
          </a:p>
          <a:p>
            <a:endParaRPr lang="en-US"/>
          </a:p>
          <a:p>
            <a:r>
              <a:rPr lang="en-US"/>
              <a:t>VULCAN is moving into 2026 with exploration of Patient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8B954-2888-4EEA-BC75-22288D66EB13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322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716D-75FE-4ADD-8992-AABF41B22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86120-DD84-4F87-8A81-16FCBC4C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9369-2F1A-4D80-A75D-843BC2D73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632C9-93F8-4258-837A-83EE1C2E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1FA0-471A-46AF-9536-7FDD72BD1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5056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BAE90-CA21-4E1A-B8E4-29A6C965F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5AECF-A6D9-4C0D-9D15-3DE38F145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92C01-7C44-41ED-BDE0-E39280ED0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E81BA-7ACF-427B-9F08-23272728D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152B0-E8FF-4A99-8832-B5599837A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791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0288E-FB62-4A15-94C8-63F77ECC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F8E08-A354-40F5-9F5E-5114E7107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A05D-DCDF-45DD-BCD1-FA76FBFA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868E7-28A8-4F80-93E6-EE002CE70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FEC5-0C59-4F65-9448-6B0D05961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7130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2C155-92FC-410B-88B3-7B532CAEF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C1717-2FA3-4DFE-A107-C6518CAC99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7461E-929B-4CE1-A85F-0E1217DC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60912E-F9FA-4FF9-9EDC-B6408631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B48A2-3012-4823-9AFD-76064E98A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2D1EFD-828D-4CAD-AA4D-2D507D0D1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3541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0F17-66F5-413F-ACCF-729AB403B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BBC3E-DA00-4E9F-BC08-0BD536D76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00740-FEC0-4DB3-B56C-0AD9BD2CC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BD642-2058-4EDA-BCCB-FAFDF4934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D1271D-487F-42D6-A657-62F9BE9AF0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52B28C-591C-4539-9CEC-64903435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C0B1DC-BBE7-4414-AD98-0F8196CA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0F5BA-2823-499E-BF00-215CCA4F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458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7C291-F522-4C19-ACBF-ED97A10DC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BCF34-6CB3-4583-96F4-F1190A06E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824E6F-2537-43DA-A908-616C9D7C9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C5596-9055-4BE2-852C-0BC238909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04998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C2ACCB-6C50-4386-9F55-541A7F905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68615B-CCF3-49B5-A27B-38B2D2F1B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59F00-737A-43D2-ABF8-86A98565A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70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51CB-D4A0-4E30-9C49-D64AC50FB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1B1B2-3AEA-4795-99C9-440AA88B7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E4801-3229-442C-B150-82F6B7C87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CFC21-6709-47F3-AEDF-3348E703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70BF6-AE83-4CE3-95BC-E18A71E4D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A626D-9EF2-4AAD-87FC-712D1F97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7375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D0AA2-3675-4B64-A523-BF5724CDF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FD9E55-58F0-4CCA-A675-3F986E70DA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DDE0E-A630-479E-BFB4-728BBD967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751BF-5F81-42EB-915B-27F8E83FD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1C9E53-A725-435A-91AB-2300898C3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510E2-0297-42D9-B4C6-FD5169479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9642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28C9E-93D3-41E4-9D55-0513FBBD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AB53C-4127-4801-8079-A3BD477C0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631D37-9A76-4D1D-89FB-00373E72E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71CD7-7118-447B-B67C-3D195EE7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36593-AA27-4DB2-9A6B-D0E44D1AB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5870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364A4E-D64C-4869-A31A-4672833DA5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E01A12-405D-47AD-8753-C8333C2E8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EFADF-2D2C-43C2-9CEE-CE2AD1C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3DD9B-7D04-4B52-93BE-15A24729A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D59EE-A561-4CD9-A33B-D10527947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24046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32746748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5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0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1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42118746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8" y="1827442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0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2208673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528304393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8" y="1021209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433734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7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2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60383644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6" y="1011780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0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0433899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7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2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0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32395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579484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883354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34695609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727121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08A70-30D4-9539-A8AB-1EFE624A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7AF96-374F-D414-B8E5-7EFA7A00F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041344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8454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BE9B0-8439-FFB8-7E02-C49F56CCF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CEA1DF-CB01-2D81-5F78-0EBCC7EE37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287" y="547687"/>
            <a:ext cx="12163425" cy="576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86095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6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1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2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831852822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9" y="1827443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1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1247997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6152086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9" y="1021210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040814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8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3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2171606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7" y="1011781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1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31042266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8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3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1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0206391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65287212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295055683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4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6BE968-F622-442D-A29F-12C3D2FB3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E4369-42CE-4434-AF1D-0FB7CCC0B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22C64-B95B-451A-91D9-4468CCABAC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19A3AA-5CC1-4409-A3F5-5174B3C1B3E1}" type="datetimeFigureOut">
              <a:rPr lang="en-CA" smtClean="0"/>
              <a:t>2026-02-03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77D4E-9F40-469E-826A-71215D29D1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2E278-C975-4B0C-A076-5A4A9424A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0254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7579" y="301681"/>
            <a:ext cx="10719777" cy="390466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578" y="1520829"/>
            <a:ext cx="10719777" cy="46450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xtSecureMarker2" hidden="1"/>
          <p:cNvSpPr txBox="1"/>
          <p:nvPr userDrawn="1"/>
        </p:nvSpPr>
        <p:spPr>
          <a:xfrm>
            <a:off x="3761256" y="6530086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1" name="txtSecureMarker1" hidden="1"/>
          <p:cNvSpPr txBox="1"/>
          <p:nvPr userDrawn="1"/>
        </p:nvSpPr>
        <p:spPr>
          <a:xfrm>
            <a:off x="3761256" y="35252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0" name="plcSlideNumber"/>
          <p:cNvSpPr>
            <a:spLocks noGrp="1"/>
          </p:cNvSpPr>
          <p:nvPr userDrawn="1"/>
        </p:nvSpPr>
        <p:spPr>
          <a:xfrm>
            <a:off x="10955401" y="6548183"/>
            <a:ext cx="857555" cy="211454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764D758-178E-4044-96D2-948E9A9D94EB}" type="slidenum">
              <a:rPr lang="en-GB" sz="1100" smtClean="0">
                <a:solidFill>
                  <a:srgbClr val="184786"/>
                </a:solidFill>
              </a:rPr>
              <a:pPr algn="r"/>
              <a:t>‹#›</a:t>
            </a:fld>
            <a:endParaRPr lang="en-GB" sz="1100">
              <a:solidFill>
                <a:srgbClr val="184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708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ransition>
    <p:fade/>
  </p:transition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200" b="1" kern="1200" cap="none" spc="0" baseline="0">
          <a:solidFill>
            <a:srgbClr val="184786"/>
          </a:solidFill>
          <a:latin typeface="+mj-lt"/>
          <a:ea typeface="+mj-ea"/>
          <a:cs typeface="+mj-cs"/>
        </a:defRPr>
      </a:lvl1pPr>
    </p:titleStyle>
    <p:bodyStyle>
      <a:lvl1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0" kern="1200" cap="none" baseline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80000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358775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100000"/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541338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98525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79388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63">
          <p15:clr>
            <a:srgbClr val="F26B43"/>
          </p15:clr>
        </p15:guide>
        <p15:guide id="2" pos="7217">
          <p15:clr>
            <a:srgbClr val="F26B43"/>
          </p15:clr>
        </p15:guide>
        <p15:guide id="3" pos="239">
          <p15:clr>
            <a:srgbClr val="F26B43"/>
          </p15:clr>
        </p15:guide>
        <p15:guide id="4" pos="7441">
          <p15:clr>
            <a:srgbClr val="F26B43"/>
          </p15:clr>
        </p15:guide>
        <p15:guide id="5" orient="horz" pos="187">
          <p15:clr>
            <a:srgbClr val="F26B43"/>
          </p15:clr>
        </p15:guide>
        <p15:guide id="7" orient="horz" pos="368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1" orient="horz" pos="958">
          <p15:clr>
            <a:srgbClr val="F26B43"/>
          </p15:clr>
        </p15:guide>
        <p15:guide id="12" orient="horz" pos="82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1795E38-814D-48F3-9D71-9E2D26D5A3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06204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48952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24CAA98-5A5A-EDD6-6F1D-3B735469C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0245" y="1817052"/>
            <a:ext cx="5731510" cy="32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89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47AFE-8C26-23B5-1625-098C8502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975" y="2276475"/>
            <a:ext cx="5734050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84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F1C161-5124-CF0D-80B6-A401F680E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0278"/>
            <a:ext cx="12192000" cy="3137444"/>
          </a:xfrm>
          <a:prstGeom prst="rect">
            <a:avLst/>
          </a:prstGeom>
        </p:spPr>
      </p:pic>
      <p:sp>
        <p:nvSpPr>
          <p:cNvPr id="4" name="Cloud 3">
            <a:extLst>
              <a:ext uri="{FF2B5EF4-FFF2-40B4-BE49-F238E27FC236}">
                <a16:creationId xmlns:a16="http://schemas.microsoft.com/office/drawing/2014/main" id="{05C12568-644A-F0EE-5800-5007F88DCC48}"/>
              </a:ext>
            </a:extLst>
          </p:cNvPr>
          <p:cNvSpPr/>
          <p:nvPr/>
        </p:nvSpPr>
        <p:spPr>
          <a:xfrm>
            <a:off x="1101969" y="3240258"/>
            <a:ext cx="1772529" cy="1125416"/>
          </a:xfrm>
          <a:prstGeom prst="cloud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M11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334ED1B-5ED5-5628-31BF-F5F7525D4A7B}"/>
              </a:ext>
            </a:extLst>
          </p:cNvPr>
          <p:cNvSpPr/>
          <p:nvPr/>
        </p:nvSpPr>
        <p:spPr>
          <a:xfrm>
            <a:off x="6236677" y="3090203"/>
            <a:ext cx="1772529" cy="1125416"/>
          </a:xfrm>
          <a:prstGeom prst="cloud">
            <a:avLst/>
          </a:prstGeom>
          <a:solidFill>
            <a:srgbClr val="B7DE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USDM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248B2750-B148-7418-11FA-56035A12A208}"/>
              </a:ext>
            </a:extLst>
          </p:cNvPr>
          <p:cNvSpPr/>
          <p:nvPr/>
        </p:nvSpPr>
        <p:spPr>
          <a:xfrm>
            <a:off x="10011507" y="3090203"/>
            <a:ext cx="1772529" cy="1125416"/>
          </a:xfrm>
          <a:prstGeom prst="cloud">
            <a:avLst/>
          </a:prstGeom>
          <a:solidFill>
            <a:srgbClr val="FFEB9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FHIR</a:t>
            </a:r>
          </a:p>
        </p:txBody>
      </p:sp>
    </p:spTree>
    <p:extLst>
      <p:ext uri="{BB962C8B-B14F-4D97-AF65-F5344CB8AC3E}">
        <p14:creationId xmlns:p14="http://schemas.microsoft.com/office/powerpoint/2010/main" val="75211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E87614-484C-D493-07B7-2560D22A47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Narrative Content Representation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143776-E2C8-12AF-C726-1169F9FB5760}"/>
              </a:ext>
            </a:extLst>
          </p:cNvPr>
          <p:cNvSpPr/>
          <p:nvPr/>
        </p:nvSpPr>
        <p:spPr>
          <a:xfrm>
            <a:off x="1769624" y="1125980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36A34A-32B3-AE81-C1D0-C20CCA6D0AA9}"/>
              </a:ext>
            </a:extLst>
          </p:cNvPr>
          <p:cNvSpPr/>
          <p:nvPr/>
        </p:nvSpPr>
        <p:spPr>
          <a:xfrm>
            <a:off x="1769624" y="2589410"/>
            <a:ext cx="1824866" cy="594667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931C0A-D36E-4946-372C-F2F357E5E2C1}"/>
              </a:ext>
            </a:extLst>
          </p:cNvPr>
          <p:cNvSpPr txBox="1"/>
          <p:nvPr/>
        </p:nvSpPr>
        <p:spPr>
          <a:xfrm>
            <a:off x="4762561" y="1113537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has many structured attributes to describe a protocol and it is the correct starting point to use. </a:t>
            </a:r>
          </a:p>
          <a:p>
            <a:r>
              <a:rPr lang="en-GB" dirty="0"/>
              <a:t>BUT It does not have provision to carry narrative text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464EAF-6002-EA02-DB43-8FCD1522CF5F}"/>
              </a:ext>
            </a:extLst>
          </p:cNvPr>
          <p:cNvSpPr txBox="1"/>
          <p:nvPr/>
        </p:nvSpPr>
        <p:spPr>
          <a:xfrm>
            <a:off x="4762560" y="2529248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b="1" dirty="0"/>
              <a:t> </a:t>
            </a:r>
            <a:r>
              <a:rPr lang="en-GB" dirty="0"/>
              <a:t>is designed to carry narrative content and the content can have sections, sub-sections, sub-sub-sections etc.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C28AA8-A818-DA72-1EF1-C8FA79E44F6E}"/>
              </a:ext>
            </a:extLst>
          </p:cNvPr>
          <p:cNvSpPr txBox="1"/>
          <p:nvPr/>
        </p:nvSpPr>
        <p:spPr>
          <a:xfrm>
            <a:off x="4762559" y="3822410"/>
            <a:ext cx="682788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We created a </a:t>
            </a:r>
            <a:r>
              <a:rPr lang="en-GB" b="1" dirty="0" err="1">
                <a:solidFill>
                  <a:srgbClr val="C00000"/>
                </a:solidFill>
              </a:rPr>
              <a:t>NarrativeElements</a:t>
            </a:r>
            <a:r>
              <a:rPr lang="en-GB" dirty="0"/>
              <a:t> extension to </a:t>
            </a:r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b="1" dirty="0"/>
              <a:t> </a:t>
            </a:r>
            <a:r>
              <a:rPr lang="en-GB" dirty="0"/>
              <a:t>which is essentially a pointer to a </a:t>
            </a:r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92DDE3-10A7-EBD1-F4AA-8BF594D897EF}"/>
              </a:ext>
            </a:extLst>
          </p:cNvPr>
          <p:cNvSpPr/>
          <p:nvPr/>
        </p:nvSpPr>
        <p:spPr>
          <a:xfrm>
            <a:off x="2337927" y="3918871"/>
            <a:ext cx="2194561" cy="1017640"/>
          </a:xfrm>
          <a:prstGeom prst="rect">
            <a:avLst/>
          </a:prstGeom>
          <a:solidFill>
            <a:srgbClr val="89C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456C93-1B28-F745-1C21-4F5B5766F18C}"/>
              </a:ext>
            </a:extLst>
          </p:cNvPr>
          <p:cNvSpPr/>
          <p:nvPr/>
        </p:nvSpPr>
        <p:spPr>
          <a:xfrm>
            <a:off x="2601310" y="4260829"/>
            <a:ext cx="1824866" cy="594667"/>
          </a:xfrm>
          <a:prstGeom prst="rect">
            <a:avLst/>
          </a:prstGeom>
          <a:solidFill>
            <a:srgbClr val="49BE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96AA49-2186-1E26-9ECF-834D5BD6BEDA}"/>
              </a:ext>
            </a:extLst>
          </p:cNvPr>
          <p:cNvSpPr/>
          <p:nvPr/>
        </p:nvSpPr>
        <p:spPr>
          <a:xfrm>
            <a:off x="601552" y="3918871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12156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FB21AD-533C-B019-0399-5519C017DA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Content Hierarchy and Context (Outline) Representation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34916E-5771-8BD4-4599-A28DDE5B1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82" y="1127557"/>
            <a:ext cx="3715268" cy="246731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D63771-9EB4-1259-2420-3F76B1989053}"/>
              </a:ext>
            </a:extLst>
          </p:cNvPr>
          <p:cNvSpPr txBox="1"/>
          <p:nvPr/>
        </p:nvSpPr>
        <p:spPr>
          <a:xfrm>
            <a:off x="4589695" y="1127557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To properly reflect the M11 template, the sections and sub-sections in the </a:t>
            </a:r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b="1" dirty="0"/>
              <a:t> </a:t>
            </a:r>
            <a:r>
              <a:rPr lang="en-GB" dirty="0"/>
              <a:t>need to match those in the template.  </a:t>
            </a:r>
          </a:p>
          <a:p>
            <a:endParaRPr lang="en-GB" dirty="0"/>
          </a:p>
          <a:p>
            <a:r>
              <a:rPr lang="en-GB" dirty="0"/>
              <a:t>The template sections can be defined in terminology</a:t>
            </a:r>
          </a:p>
          <a:p>
            <a:endParaRPr lang="en-GB" dirty="0"/>
          </a:p>
          <a:p>
            <a:r>
              <a:rPr lang="en-GB" dirty="0"/>
              <a:t>Specific narrative instances can then use the codes to specify which parts of the M11 Template they represent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6CEB3-9E8E-FDD6-6CFC-92CA31741581}"/>
              </a:ext>
            </a:extLst>
          </p:cNvPr>
          <p:cNvSpPr/>
          <p:nvPr/>
        </p:nvSpPr>
        <p:spPr>
          <a:xfrm>
            <a:off x="2011680" y="3841077"/>
            <a:ext cx="3439324" cy="1017640"/>
          </a:xfrm>
          <a:prstGeom prst="rect">
            <a:avLst/>
          </a:prstGeom>
          <a:solidFill>
            <a:srgbClr val="C3D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r>
              <a:rPr lang="en-GB" dirty="0">
                <a:solidFill>
                  <a:schemeClr val="bg1"/>
                </a:solidFill>
              </a:rPr>
              <a:t> a004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E51CB-99D3-DC56-E3B2-EF07B0EF317B}"/>
              </a:ext>
            </a:extLst>
          </p:cNvPr>
          <p:cNvSpPr/>
          <p:nvPr/>
        </p:nvSpPr>
        <p:spPr>
          <a:xfrm>
            <a:off x="2764829" y="4197102"/>
            <a:ext cx="1824866" cy="594667"/>
          </a:xfrm>
          <a:prstGeom prst="rect">
            <a:avLst/>
          </a:prstGeom>
          <a:solidFill>
            <a:srgbClr val="A5BD3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430670-F080-F6CE-8FB0-F0342FB51A55}"/>
              </a:ext>
            </a:extLst>
          </p:cNvPr>
          <p:cNvSpPr/>
          <p:nvPr/>
        </p:nvSpPr>
        <p:spPr>
          <a:xfrm>
            <a:off x="275305" y="3841077"/>
            <a:ext cx="1824866" cy="713822"/>
          </a:xfrm>
          <a:prstGeom prst="rect">
            <a:avLst/>
          </a:prstGeom>
          <a:solidFill>
            <a:srgbClr val="A5BD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893E7A-1677-BBCF-0C26-9FD229E39E31}"/>
              </a:ext>
            </a:extLst>
          </p:cNvPr>
          <p:cNvSpPr/>
          <p:nvPr/>
        </p:nvSpPr>
        <p:spPr>
          <a:xfrm>
            <a:off x="2011680" y="4858717"/>
            <a:ext cx="3439324" cy="1017640"/>
          </a:xfrm>
          <a:prstGeom prst="rect">
            <a:avLst/>
          </a:prstGeom>
          <a:solidFill>
            <a:srgbClr val="C3D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r>
              <a:rPr lang="en-GB" dirty="0">
                <a:solidFill>
                  <a:schemeClr val="bg1"/>
                </a:solidFill>
              </a:rPr>
              <a:t> a007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8AEE2-4EB4-65D4-11BD-F121D42DEDC9}"/>
              </a:ext>
            </a:extLst>
          </p:cNvPr>
          <p:cNvSpPr/>
          <p:nvPr/>
        </p:nvSpPr>
        <p:spPr>
          <a:xfrm>
            <a:off x="2764829" y="5214742"/>
            <a:ext cx="1824866" cy="594667"/>
          </a:xfrm>
          <a:prstGeom prst="rect">
            <a:avLst/>
          </a:prstGeom>
          <a:solidFill>
            <a:srgbClr val="A5BD3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3921D5-A7B9-B362-464B-9BE5433EAA6D}"/>
              </a:ext>
            </a:extLst>
          </p:cNvPr>
          <p:cNvSpPr txBox="1"/>
          <p:nvPr/>
        </p:nvSpPr>
        <p:spPr>
          <a:xfrm>
            <a:off x="5751869" y="3841077"/>
            <a:ext cx="6018374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In the illustration here </a:t>
            </a:r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has two </a:t>
            </a:r>
            <a:r>
              <a:rPr lang="en-GB" b="1" dirty="0" err="1">
                <a:solidFill>
                  <a:srgbClr val="C00000"/>
                </a:solidFill>
              </a:rPr>
              <a:t>NarrativeElements</a:t>
            </a:r>
            <a:r>
              <a:rPr lang="en-GB" dirty="0"/>
              <a:t> sections attached.  One with code </a:t>
            </a:r>
            <a:r>
              <a:rPr lang="en-GB" i="1" dirty="0"/>
              <a:t>a004</a:t>
            </a:r>
            <a:r>
              <a:rPr lang="en-GB" dirty="0"/>
              <a:t> which is </a:t>
            </a:r>
            <a:r>
              <a:rPr lang="en-GB" i="1" dirty="0"/>
              <a:t>1.1.2 Overall Design</a:t>
            </a:r>
            <a:r>
              <a:rPr lang="en-GB" dirty="0"/>
              <a:t> and one with code </a:t>
            </a:r>
            <a:r>
              <a:rPr lang="en-GB" i="1" dirty="0"/>
              <a:t>a007</a:t>
            </a:r>
            <a:r>
              <a:rPr lang="en-GB" dirty="0"/>
              <a:t> which is </a:t>
            </a:r>
            <a:r>
              <a:rPr lang="en-GB" i="1" dirty="0"/>
              <a:t>2 INTRODUCTION</a:t>
            </a:r>
            <a:r>
              <a:rPr lang="en-GB" dirty="0"/>
              <a:t> and this would then have all the sub-sections within the </a:t>
            </a:r>
            <a:r>
              <a:rPr lang="en-GB" i="1" dirty="0"/>
              <a:t>INTRODUCTION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641648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0096E3A-8EEC-A24E-7D52-D1EBF076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Structured Representation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00DC42-0CB0-395F-2471-9219A29F6CAB}"/>
              </a:ext>
            </a:extLst>
          </p:cNvPr>
          <p:cNvSpPr/>
          <p:nvPr/>
        </p:nvSpPr>
        <p:spPr>
          <a:xfrm>
            <a:off x="2358809" y="2582387"/>
            <a:ext cx="4005662" cy="713822"/>
          </a:xfrm>
          <a:prstGeom prst="rect">
            <a:avLst/>
          </a:prstGeom>
          <a:solidFill>
            <a:srgbClr val="89C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/>
              <a:t>ResearchStudyStudyAmendment</a:t>
            </a:r>
            <a:endParaRPr lang="en-GB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scope</a:t>
            </a:r>
          </a:p>
          <a:p>
            <a:pPr algn="ctr"/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176464-14D2-BBE5-0548-6A5284A06650}"/>
              </a:ext>
            </a:extLst>
          </p:cNvPr>
          <p:cNvSpPr/>
          <p:nvPr/>
        </p:nvSpPr>
        <p:spPr>
          <a:xfrm>
            <a:off x="622434" y="2582387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01D59C-702C-CBE3-8CF7-4ABB2045323B}"/>
              </a:ext>
            </a:extLst>
          </p:cNvPr>
          <p:cNvSpPr txBox="1"/>
          <p:nvPr/>
        </p:nvSpPr>
        <p:spPr>
          <a:xfrm>
            <a:off x="6655981" y="1187966"/>
            <a:ext cx="51837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already has many attributes to describe a protocol but not everything required by M11 is present.  </a:t>
            </a:r>
            <a:br>
              <a:rPr lang="en-GB" dirty="0"/>
            </a:br>
            <a:endParaRPr lang="en-GB" dirty="0"/>
          </a:p>
          <a:p>
            <a:r>
              <a:rPr lang="en-GB" dirty="0"/>
              <a:t>For example M11 requires a field to describe Amendment Scope.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69B28-AD26-AFB7-CE46-4DE6CA8326F2}"/>
              </a:ext>
            </a:extLst>
          </p:cNvPr>
          <p:cNvSpPr txBox="1"/>
          <p:nvPr/>
        </p:nvSpPr>
        <p:spPr>
          <a:xfrm>
            <a:off x="6702561" y="3068904"/>
            <a:ext cx="5137199" cy="18752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GB" sz="1800" dirty="0"/>
              <a:t>To accommodate this, we create another extension called </a:t>
            </a:r>
            <a:r>
              <a:rPr lang="en-GB" sz="1800" b="1" dirty="0" err="1">
                <a:solidFill>
                  <a:srgbClr val="C00000"/>
                </a:solidFill>
              </a:rPr>
              <a:t>ResearchStudyStudyAmendment</a:t>
            </a:r>
            <a:r>
              <a:rPr lang="en-GB" sz="1800" dirty="0"/>
              <a:t> </a:t>
            </a:r>
          </a:p>
          <a:p>
            <a:r>
              <a:rPr lang="en-GB" sz="1800" dirty="0"/>
              <a:t>and amongst the attributes present in this extension we have one called scope</a:t>
            </a:r>
          </a:p>
        </p:txBody>
      </p:sp>
    </p:spTree>
    <p:extLst>
      <p:ext uri="{BB962C8B-B14F-4D97-AF65-F5344CB8AC3E}">
        <p14:creationId xmlns:p14="http://schemas.microsoft.com/office/powerpoint/2010/main" val="397023807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30A6CB-CDEC-481A-60E3-8BF9FCEA7D49}"/>
              </a:ext>
            </a:extLst>
          </p:cNvPr>
          <p:cNvSpPr txBox="1"/>
          <p:nvPr/>
        </p:nvSpPr>
        <p:spPr>
          <a:xfrm>
            <a:off x="405751" y="-738173"/>
            <a:ext cx="85484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M11ResearchStudy </a:t>
            </a:r>
          </a:p>
          <a:p>
            <a:endParaRPr lang="en-GB" sz="1200" dirty="0"/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NarrativeElements</a:t>
            </a:r>
            <a:r>
              <a:rPr lang="en-GB" sz="1200" dirty="0"/>
              <a:t> </a:t>
            </a:r>
          </a:p>
          <a:p>
            <a:r>
              <a:rPr lang="en-GB" sz="1200" dirty="0"/>
              <a:t>  - which provides a pointer to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ResearchStudyStudyAmendment</a:t>
            </a:r>
            <a:r>
              <a:rPr lang="en-GB" sz="1200" dirty="0"/>
              <a:t> </a:t>
            </a:r>
          </a:p>
          <a:p>
            <a:r>
              <a:rPr lang="en-GB" sz="1200" dirty="0"/>
              <a:t>    - which contains  </a:t>
            </a:r>
            <a:r>
              <a:rPr lang="en-GB" sz="1200" dirty="0" err="1"/>
              <a:t>ResearchStudyStudyAmendmentDetails</a:t>
            </a:r>
            <a:r>
              <a:rPr lang="en-GB" sz="1200" dirty="0"/>
              <a:t> </a:t>
            </a:r>
          </a:p>
          <a:p>
            <a:r>
              <a:rPr lang="en-GB" sz="1200" dirty="0"/>
              <a:t>    - and </a:t>
            </a:r>
            <a:r>
              <a:rPr lang="en-GB" sz="1200" dirty="0" err="1"/>
              <a:t>ResearchStudyStudyAmendmentScopeImpact</a:t>
            </a:r>
            <a:endParaRPr lang="en-GB" sz="1200" dirty="0"/>
          </a:p>
          <a:p>
            <a:r>
              <a:rPr lang="en-GB" sz="1200" dirty="0"/>
              <a:t>- Composition </a:t>
            </a:r>
          </a:p>
          <a:p>
            <a:r>
              <a:rPr lang="en-GB" sz="1200" dirty="0"/>
              <a:t>  - profiled by </a:t>
            </a:r>
            <a:r>
              <a:rPr lang="en-GB" sz="1200" dirty="0" err="1"/>
              <a:t>ResearchStudyNarratives</a:t>
            </a:r>
            <a:r>
              <a:rPr lang="en-GB" sz="1200" dirty="0"/>
              <a:t> </a:t>
            </a:r>
          </a:p>
          <a:p>
            <a:r>
              <a:rPr lang="en-GB" sz="1200" dirty="0"/>
              <a:t>    - profiled by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profiled by M11_ResearchStudyProfile which tightens cardinality of some attributes and binds appropriate terminology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150CF1-8016-9427-1B1D-E9009810807B}"/>
              </a:ext>
            </a:extLst>
          </p:cNvPr>
          <p:cNvSpPr/>
          <p:nvPr/>
        </p:nvSpPr>
        <p:spPr>
          <a:xfrm>
            <a:off x="340722" y="2431943"/>
            <a:ext cx="5290418" cy="9668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6577A7-35C0-FC94-2501-5D6FCE320E89}"/>
              </a:ext>
            </a:extLst>
          </p:cNvPr>
          <p:cNvSpPr/>
          <p:nvPr/>
        </p:nvSpPr>
        <p:spPr>
          <a:xfrm>
            <a:off x="661041" y="3418140"/>
            <a:ext cx="4970098" cy="124150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4379C-76F1-A7B8-D17A-9B72EBABCA02}"/>
              </a:ext>
            </a:extLst>
          </p:cNvPr>
          <p:cNvSpPr/>
          <p:nvPr/>
        </p:nvSpPr>
        <p:spPr>
          <a:xfrm>
            <a:off x="661041" y="4660638"/>
            <a:ext cx="4970098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A810A5-FA2E-4209-E1E2-18611CC25076}"/>
              </a:ext>
            </a:extLst>
          </p:cNvPr>
          <p:cNvSpPr/>
          <p:nvPr/>
        </p:nvSpPr>
        <p:spPr>
          <a:xfrm>
            <a:off x="661041" y="5087199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D8487E-6F6A-8823-A386-1285AE356E87}"/>
              </a:ext>
            </a:extLst>
          </p:cNvPr>
          <p:cNvSpPr/>
          <p:nvPr/>
        </p:nvSpPr>
        <p:spPr>
          <a:xfrm>
            <a:off x="1034056" y="5451313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8112E2-9DAB-5DB1-073B-C77821FBC360}"/>
              </a:ext>
            </a:extLst>
          </p:cNvPr>
          <p:cNvSpPr/>
          <p:nvPr/>
        </p:nvSpPr>
        <p:spPr>
          <a:xfrm>
            <a:off x="1034056" y="5916326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278683-41F7-1920-536C-E5C57E027B31}"/>
              </a:ext>
            </a:extLst>
          </p:cNvPr>
          <p:cNvSpPr/>
          <p:nvPr/>
        </p:nvSpPr>
        <p:spPr>
          <a:xfrm>
            <a:off x="6469811" y="3808718"/>
            <a:ext cx="3651849" cy="15765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38B1A7-2AAE-0C8D-33C5-C36A35B62B50}"/>
              </a:ext>
            </a:extLst>
          </p:cNvPr>
          <p:cNvSpPr/>
          <p:nvPr/>
        </p:nvSpPr>
        <p:spPr>
          <a:xfrm>
            <a:off x="6633491" y="4221442"/>
            <a:ext cx="3384653" cy="1002787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ResearchStudyNarratives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8CCE88-88B0-F158-B91C-26C50F4646BD}"/>
              </a:ext>
            </a:extLst>
          </p:cNvPr>
          <p:cNvSpPr/>
          <p:nvPr/>
        </p:nvSpPr>
        <p:spPr>
          <a:xfrm>
            <a:off x="6745458" y="4629052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2C3B8F-7F8E-1987-F728-8E6CB91C53AC}"/>
              </a:ext>
            </a:extLst>
          </p:cNvPr>
          <p:cNvSpPr/>
          <p:nvPr/>
        </p:nvSpPr>
        <p:spPr>
          <a:xfrm>
            <a:off x="455190" y="2807518"/>
            <a:ext cx="2723492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71DA789-4B60-A761-0BA3-785B7D5932CF}"/>
              </a:ext>
            </a:extLst>
          </p:cNvPr>
          <p:cNvSpPr/>
          <p:nvPr/>
        </p:nvSpPr>
        <p:spPr>
          <a:xfrm>
            <a:off x="5003321" y="4615621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E24864-29A5-4494-38B1-2B914F45BFA7}"/>
              </a:ext>
            </a:extLst>
          </p:cNvPr>
          <p:cNvSpPr/>
          <p:nvPr/>
        </p:nvSpPr>
        <p:spPr>
          <a:xfrm>
            <a:off x="1034055" y="3792351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C17C0-4FBF-96E5-A625-B36E09080856}"/>
              </a:ext>
            </a:extLst>
          </p:cNvPr>
          <p:cNvSpPr/>
          <p:nvPr/>
        </p:nvSpPr>
        <p:spPr>
          <a:xfrm>
            <a:off x="1034055" y="4223913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038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8D5B9-DFF1-3C84-B3E4-3F581C93F88C}"/>
              </a:ext>
            </a:extLst>
          </p:cNvPr>
          <p:cNvSpPr/>
          <p:nvPr/>
        </p:nvSpPr>
        <p:spPr>
          <a:xfrm>
            <a:off x="156691" y="206326"/>
            <a:ext cx="3219113" cy="427366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926905-7703-0C5E-9D04-9004D7806E73}"/>
              </a:ext>
            </a:extLst>
          </p:cNvPr>
          <p:cNvSpPr/>
          <p:nvPr/>
        </p:nvSpPr>
        <p:spPr>
          <a:xfrm>
            <a:off x="288111" y="641116"/>
            <a:ext cx="2961172" cy="3585827"/>
          </a:xfrm>
          <a:prstGeom prst="rect">
            <a:avLst/>
          </a:prstGeom>
          <a:solidFill>
            <a:schemeClr val="accent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StudyDesign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9A7485-1BDC-2014-DE43-CD8CBA6152E1}"/>
              </a:ext>
            </a:extLst>
          </p:cNvPr>
          <p:cNvSpPr/>
          <p:nvPr/>
        </p:nvSpPr>
        <p:spPr>
          <a:xfrm>
            <a:off x="3853378" y="2587951"/>
            <a:ext cx="2537130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F97369-C434-94ED-4CC3-AB8B48EEB014}"/>
              </a:ext>
            </a:extLst>
          </p:cNvPr>
          <p:cNvSpPr/>
          <p:nvPr/>
        </p:nvSpPr>
        <p:spPr>
          <a:xfrm>
            <a:off x="7229180" y="2190853"/>
            <a:ext cx="3651849" cy="9033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2A7B39-A5E1-3CBB-0881-01B24B25A54A}"/>
              </a:ext>
            </a:extLst>
          </p:cNvPr>
          <p:cNvSpPr/>
          <p:nvPr/>
        </p:nvSpPr>
        <p:spPr>
          <a:xfrm>
            <a:off x="7504827" y="2556365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22BB3E-490F-6A15-2F03-F2316EFEA2F9}"/>
              </a:ext>
            </a:extLst>
          </p:cNvPr>
          <p:cNvSpPr/>
          <p:nvPr/>
        </p:nvSpPr>
        <p:spPr>
          <a:xfrm>
            <a:off x="491423" y="2265872"/>
            <a:ext cx="2628032" cy="1871408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67A5DE-4FAD-EC35-648A-C432FBBB0ADB}"/>
              </a:ext>
            </a:extLst>
          </p:cNvPr>
          <p:cNvSpPr/>
          <p:nvPr/>
        </p:nvSpPr>
        <p:spPr>
          <a:xfrm>
            <a:off x="5762690" y="254293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E56262-80C5-C2A4-E012-DF54B533FA7B}"/>
              </a:ext>
            </a:extLst>
          </p:cNvPr>
          <p:cNvSpPr/>
          <p:nvPr/>
        </p:nvSpPr>
        <p:spPr>
          <a:xfrm>
            <a:off x="3870800" y="992354"/>
            <a:ext cx="1817298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EFD97E-F84D-8C6C-CE22-D1E84A99736E}"/>
              </a:ext>
            </a:extLst>
          </p:cNvPr>
          <p:cNvSpPr/>
          <p:nvPr/>
        </p:nvSpPr>
        <p:spPr>
          <a:xfrm>
            <a:off x="3870799" y="1748034"/>
            <a:ext cx="4424553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CA96B9-4082-71BF-98E0-378930518641}"/>
              </a:ext>
            </a:extLst>
          </p:cNvPr>
          <p:cNvSpPr/>
          <p:nvPr/>
        </p:nvSpPr>
        <p:spPr>
          <a:xfrm>
            <a:off x="3797248" y="3308153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M11_ProtocolAmendment </a:t>
            </a:r>
          </a:p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E8DE3D-306A-A739-ABA1-26B8DD6012B1}"/>
              </a:ext>
            </a:extLst>
          </p:cNvPr>
          <p:cNvSpPr/>
          <p:nvPr/>
        </p:nvSpPr>
        <p:spPr>
          <a:xfrm>
            <a:off x="4170263" y="3672267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A967C7-B667-BBC7-DCEF-14B5C47C58E6}"/>
              </a:ext>
            </a:extLst>
          </p:cNvPr>
          <p:cNvSpPr/>
          <p:nvPr/>
        </p:nvSpPr>
        <p:spPr>
          <a:xfrm>
            <a:off x="4170263" y="4137280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65263392-286B-6026-A5FD-036B9CE9C10F}"/>
              </a:ext>
            </a:extLst>
          </p:cNvPr>
          <p:cNvSpPr/>
          <p:nvPr/>
        </p:nvSpPr>
        <p:spPr>
          <a:xfrm>
            <a:off x="2122098" y="952338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B908D84-1C15-3D9F-5161-A002DC1B58C3}"/>
              </a:ext>
            </a:extLst>
          </p:cNvPr>
          <p:cNvSpPr/>
          <p:nvPr/>
        </p:nvSpPr>
        <p:spPr>
          <a:xfrm>
            <a:off x="2122098" y="1647789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6042DCC-6349-C1AB-84E6-3BA2B4A03061}"/>
              </a:ext>
            </a:extLst>
          </p:cNvPr>
          <p:cNvSpPr/>
          <p:nvPr/>
        </p:nvSpPr>
        <p:spPr>
          <a:xfrm>
            <a:off x="2053501" y="3247307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BB4949F-F982-8388-66B8-8E7A7BB67380}"/>
              </a:ext>
            </a:extLst>
          </p:cNvPr>
          <p:cNvSpPr/>
          <p:nvPr/>
        </p:nvSpPr>
        <p:spPr>
          <a:xfrm>
            <a:off x="2106057" y="253191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90CE56-A83D-C715-634A-98C585A86FA5}"/>
              </a:ext>
            </a:extLst>
          </p:cNvPr>
          <p:cNvSpPr/>
          <p:nvPr/>
        </p:nvSpPr>
        <p:spPr>
          <a:xfrm>
            <a:off x="6815944" y="758072"/>
            <a:ext cx="896901" cy="30777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Extension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1F98FA-EDC2-F982-8DEF-277DB5DDE978}"/>
              </a:ext>
            </a:extLst>
          </p:cNvPr>
          <p:cNvSpPr/>
          <p:nvPr/>
        </p:nvSpPr>
        <p:spPr>
          <a:xfrm>
            <a:off x="7869627" y="758072"/>
            <a:ext cx="1384467" cy="304974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UDP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EC505-B7D1-39BF-08F1-6F4FD6875FC2}"/>
              </a:ext>
            </a:extLst>
          </p:cNvPr>
          <p:cNvSpPr/>
          <p:nvPr/>
        </p:nvSpPr>
        <p:spPr>
          <a:xfrm>
            <a:off x="9331123" y="758072"/>
            <a:ext cx="1384467" cy="30497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EBM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D629DB-E2C1-1914-C7D3-831719B294B0}"/>
              </a:ext>
            </a:extLst>
          </p:cNvPr>
          <p:cNvSpPr txBox="1"/>
          <p:nvPr/>
        </p:nvSpPr>
        <p:spPr>
          <a:xfrm>
            <a:off x="6183094" y="732724"/>
            <a:ext cx="49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Key:</a:t>
            </a:r>
          </a:p>
        </p:txBody>
      </p:sp>
    </p:spTree>
    <p:extLst>
      <p:ext uri="{BB962C8B-B14F-4D97-AF65-F5344CB8AC3E}">
        <p14:creationId xmlns:p14="http://schemas.microsoft.com/office/powerpoint/2010/main" val="1602874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7A574-50C2-E8E8-ADDF-05EDDB31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 descr="Tip of iceberg submerged in water">
            <a:extLst>
              <a:ext uri="{FF2B5EF4-FFF2-40B4-BE49-F238E27FC236}">
                <a16:creationId xmlns:a16="http://schemas.microsoft.com/office/drawing/2014/main" id="{884E8506-40BD-6D92-4B8D-900BC166B8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961" y="0"/>
            <a:ext cx="12254061" cy="6858000"/>
          </a:xfrm>
          <a:prstGeom prst="rect">
            <a:avLst/>
          </a:prstGeom>
          <a:solidFill>
            <a:schemeClr val="accent6">
              <a:alpha val="5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/>
        </p:spPr>
      </p:pic>
      <p:sp>
        <p:nvSpPr>
          <p:cNvPr id="95" name="Rectangle 94">
            <a:extLst>
              <a:ext uri="{FF2B5EF4-FFF2-40B4-BE49-F238E27FC236}">
                <a16:creationId xmlns:a16="http://schemas.microsoft.com/office/drawing/2014/main" id="{30811924-8A9B-D87E-6603-56CEFAD40D23}"/>
              </a:ext>
            </a:extLst>
          </p:cNvPr>
          <p:cNvSpPr/>
          <p:nvPr/>
        </p:nvSpPr>
        <p:spPr>
          <a:xfrm>
            <a:off x="5512808" y="3502773"/>
            <a:ext cx="1812130" cy="360587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rgbClr val="0C2126"/>
                </a:solidFill>
                <a:latin typeface="Arial" panose="020B0604020202020204"/>
              </a:rPr>
              <a:t>Expedited Recruitment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219C75F-E836-DEDC-F267-EE4E11218843}"/>
              </a:ext>
            </a:extLst>
          </p:cNvPr>
          <p:cNvSpPr/>
          <p:nvPr/>
        </p:nvSpPr>
        <p:spPr>
          <a:xfrm>
            <a:off x="2903301" y="4783410"/>
            <a:ext cx="1039511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Operational Efficiency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A56ABB3-AB4A-A84E-6A16-226A6D5038D5}"/>
              </a:ext>
            </a:extLst>
          </p:cNvPr>
          <p:cNvSpPr/>
          <p:nvPr/>
        </p:nvSpPr>
        <p:spPr>
          <a:xfrm>
            <a:off x="4703215" y="4300590"/>
            <a:ext cx="2214009" cy="27846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Budgeting and Forecasting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39331B1-D5F7-B9CF-9444-842BA592F703}"/>
              </a:ext>
            </a:extLst>
          </p:cNvPr>
          <p:cNvSpPr/>
          <p:nvPr/>
        </p:nvSpPr>
        <p:spPr>
          <a:xfrm>
            <a:off x="2380486" y="2393850"/>
            <a:ext cx="3526760" cy="391131"/>
          </a:xfrm>
          <a:prstGeom prst="rect">
            <a:avLst/>
          </a:prstGeom>
          <a:solidFill>
            <a:srgbClr val="E9EFF6">
              <a:alpha val="85098"/>
            </a:srgbClr>
          </a:solidFill>
          <a:ln w="28575">
            <a:solidFill>
              <a:schemeClr val="tx2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Efficiencies, Automation, and Analytics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7952A40-7D1B-A35D-C4E4-1EE08B5307DB}"/>
              </a:ext>
            </a:extLst>
          </p:cNvPr>
          <p:cNvSpPr/>
          <p:nvPr/>
        </p:nvSpPr>
        <p:spPr>
          <a:xfrm>
            <a:off x="8701427" y="3040982"/>
            <a:ext cx="2999607" cy="14844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Above the waterline are use cases currently addressed by this Implementation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guide.</a:t>
            </a: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b="1" baseline="0" dirty="0">
              <a:solidFill>
                <a:srgbClr val="5D707F">
                  <a:lumMod val="75000"/>
                </a:srgbClr>
              </a:solidFill>
              <a:latin typeface="Arial" panose="020B0604020202020204"/>
            </a:endParaRP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Below the waterline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are an illustration of future use cases for which UDP may develop an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implementation guide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5D707F">
                  <a:lumMod val="75000"/>
                </a:srgbClr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4E5AA768-A19D-E866-2AC7-106A8AB416F1}"/>
              </a:ext>
            </a:extLst>
          </p:cNvPr>
          <p:cNvSpPr/>
          <p:nvPr/>
        </p:nvSpPr>
        <p:spPr>
          <a:xfrm>
            <a:off x="3033480" y="646791"/>
            <a:ext cx="2147182" cy="43373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Streamlined Structured Document Creation</a:t>
            </a:r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4857F154-B859-0F22-D307-B07E800D6BD3}"/>
              </a:ext>
            </a:extLst>
          </p:cNvPr>
          <p:cNvSpPr/>
          <p:nvPr/>
        </p:nvSpPr>
        <p:spPr>
          <a:xfrm>
            <a:off x="6494003" y="1008795"/>
            <a:ext cx="3520620" cy="967107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Standardized templates for protocols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Automated population of key fields using metadata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human errors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Real time updates/input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collaboration/version control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time spent drafting protocols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36F6FC59-3F2C-A5B2-E57E-A064D4C71A33}"/>
              </a:ext>
            </a:extLst>
          </p:cNvPr>
          <p:cNvSpPr/>
          <p:nvPr/>
        </p:nvSpPr>
        <p:spPr>
          <a:xfrm>
            <a:off x="3033480" y="154711"/>
            <a:ext cx="2147182" cy="42915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ICH M11 Aligned Document Transmission </a:t>
            </a:r>
          </a:p>
        </p:txBody>
      </p:sp>
      <p:sp>
        <p:nvSpPr>
          <p:cNvPr id="174" name="Rectangle: Rounded Corners 173">
            <a:extLst>
              <a:ext uri="{FF2B5EF4-FFF2-40B4-BE49-F238E27FC236}">
                <a16:creationId xmlns:a16="http://schemas.microsoft.com/office/drawing/2014/main" id="{FA962685-B0EF-BCDC-7F5B-42E9BEABDFBB}"/>
              </a:ext>
            </a:extLst>
          </p:cNvPr>
          <p:cNvSpPr/>
          <p:nvPr/>
        </p:nvSpPr>
        <p:spPr>
          <a:xfrm>
            <a:off x="6494003" y="73126"/>
            <a:ext cx="3520620" cy="586353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Align with evolving regulatory requirements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Secure transfer of sensitive information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Efficient exchange with additional stakeholders</a:t>
            </a: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69A06CF-E346-2F89-B5B1-1D6228591B18}"/>
              </a:ext>
            </a:extLst>
          </p:cNvPr>
          <p:cNvCxnSpPr>
            <a:cxnSpLocks/>
            <a:stCxn id="173" idx="3"/>
            <a:endCxn id="174" idx="1"/>
          </p:cNvCxnSpPr>
          <p:nvPr/>
        </p:nvCxnSpPr>
        <p:spPr>
          <a:xfrm flipV="1">
            <a:off x="5180662" y="366303"/>
            <a:ext cx="1313341" cy="2987"/>
          </a:xfrm>
          <a:prstGeom prst="line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929C3D56-5E84-BE3F-31D0-44F74284DE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47772" y="3537335"/>
            <a:ext cx="479715" cy="479715"/>
          </a:xfrm>
          <a:prstGeom prst="rect">
            <a:avLst/>
          </a:prstGeom>
        </p:spPr>
      </p:pic>
      <p:pic>
        <p:nvPicPr>
          <p:cNvPr id="5" name="Graphic 4" descr="Badge Question Mark with solid fill">
            <a:extLst>
              <a:ext uri="{FF2B5EF4-FFF2-40B4-BE49-F238E27FC236}">
                <a16:creationId xmlns:a16="http://schemas.microsoft.com/office/drawing/2014/main" id="{AB5DA4FF-100B-0885-67D8-264F9E5287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65751" y="3532253"/>
            <a:ext cx="438912" cy="438912"/>
          </a:xfrm>
          <a:prstGeom prst="rect">
            <a:avLst/>
          </a:prstGeom>
        </p:spPr>
      </p:pic>
      <p:pic>
        <p:nvPicPr>
          <p:cNvPr id="6" name="Graphic 5" descr="Badge Question Mark with solid fill">
            <a:extLst>
              <a:ext uri="{FF2B5EF4-FFF2-40B4-BE49-F238E27FC236}">
                <a16:creationId xmlns:a16="http://schemas.microsoft.com/office/drawing/2014/main" id="{216A03DB-B8FA-2F75-5577-373B05B221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9242" y="3973770"/>
            <a:ext cx="365760" cy="365760"/>
          </a:xfrm>
          <a:prstGeom prst="rect">
            <a:avLst/>
          </a:prstGeom>
        </p:spPr>
      </p:pic>
      <p:pic>
        <p:nvPicPr>
          <p:cNvPr id="7" name="Graphic 6" descr="Badge Question Mark with solid fill">
            <a:extLst>
              <a:ext uri="{FF2B5EF4-FFF2-40B4-BE49-F238E27FC236}">
                <a16:creationId xmlns:a16="http://schemas.microsoft.com/office/drawing/2014/main" id="{7C2D088D-5448-F5BD-3221-2936E8A5B0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58389" y="4783235"/>
            <a:ext cx="274320" cy="274320"/>
          </a:xfrm>
          <a:prstGeom prst="rect">
            <a:avLst/>
          </a:prstGeom>
        </p:spPr>
      </p:pic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6D1F8E4F-3D61-1506-D2E2-95D8369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8313" y="5633592"/>
            <a:ext cx="182880" cy="1828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C3948-4533-8E0F-A51B-969F47C1AA72}"/>
              </a:ext>
            </a:extLst>
          </p:cNvPr>
          <p:cNvSpPr txBox="1"/>
          <p:nvPr/>
        </p:nvSpPr>
        <p:spPr>
          <a:xfrm>
            <a:off x="-28961" y="0"/>
            <a:ext cx="414337" cy="2667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9CF9A57F-A5EC-6D37-F59D-6D1A263CF345}"/>
              </a:ext>
            </a:extLst>
          </p:cNvPr>
          <p:cNvCxnSpPr>
            <a:cxnSpLocks/>
            <a:stCxn id="171" idx="3"/>
            <a:endCxn id="172" idx="1"/>
          </p:cNvCxnSpPr>
          <p:nvPr/>
        </p:nvCxnSpPr>
        <p:spPr>
          <a:xfrm>
            <a:off x="5180662" y="863660"/>
            <a:ext cx="1313341" cy="628689"/>
          </a:xfrm>
          <a:prstGeom prst="bentConnector3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6A2FD47-1988-8C01-E380-B7DCAA1FF2F6}"/>
              </a:ext>
            </a:extLst>
          </p:cNvPr>
          <p:cNvSpPr/>
          <p:nvPr/>
        </p:nvSpPr>
        <p:spPr>
          <a:xfrm>
            <a:off x="2224512" y="4112468"/>
            <a:ext cx="1003931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Site System Integration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4761DD-3577-637C-208B-708373DCCB1D}"/>
              </a:ext>
            </a:extLst>
          </p:cNvPr>
          <p:cNvSpPr/>
          <p:nvPr/>
        </p:nvSpPr>
        <p:spPr>
          <a:xfrm>
            <a:off x="4787630" y="5169315"/>
            <a:ext cx="1290157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Pooled Analysis of Protocols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393A675-2A7F-A25A-27C4-619292920B0F}"/>
              </a:ext>
            </a:extLst>
          </p:cNvPr>
          <p:cNvCxnSpPr>
            <a:cxnSpLocks/>
            <a:stCxn id="107" idx="2"/>
            <a:endCxn id="96" idx="0"/>
          </p:cNvCxnSpPr>
          <p:nvPr/>
        </p:nvCxnSpPr>
        <p:spPr>
          <a:xfrm rot="5400000">
            <a:off x="2784248" y="3423791"/>
            <a:ext cx="1998429" cy="720809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FF565E7-4A33-6211-6513-CE27A432BFDB}"/>
              </a:ext>
            </a:extLst>
          </p:cNvPr>
          <p:cNvCxnSpPr>
            <a:cxnSpLocks/>
            <a:stCxn id="107" idx="2"/>
            <a:endCxn id="95" idx="0"/>
          </p:cNvCxnSpPr>
          <p:nvPr/>
        </p:nvCxnSpPr>
        <p:spPr>
          <a:xfrm rot="16200000" flipH="1">
            <a:off x="4922473" y="2006373"/>
            <a:ext cx="717792" cy="2275007"/>
          </a:xfrm>
          <a:prstGeom prst="bentConnector3">
            <a:avLst>
              <a:gd name="adj1" fmla="val 64013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8EAE58B-6A33-46D3-1537-C0F6CD186FB9}"/>
              </a:ext>
            </a:extLst>
          </p:cNvPr>
          <p:cNvCxnSpPr>
            <a:cxnSpLocks/>
            <a:stCxn id="107" idx="2"/>
            <a:endCxn id="98" idx="1"/>
          </p:cNvCxnSpPr>
          <p:nvPr/>
        </p:nvCxnSpPr>
        <p:spPr>
          <a:xfrm rot="16200000" flipH="1">
            <a:off x="3596120" y="3332726"/>
            <a:ext cx="1654841" cy="559349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59590E6-EA33-5AC1-2AD3-16A46ED31115}"/>
              </a:ext>
            </a:extLst>
          </p:cNvPr>
          <p:cNvCxnSpPr>
            <a:cxnSpLocks/>
            <a:stCxn id="107" idx="2"/>
            <a:endCxn id="18" idx="1"/>
          </p:cNvCxnSpPr>
          <p:nvPr/>
        </p:nvCxnSpPr>
        <p:spPr>
          <a:xfrm rot="16200000" flipH="1">
            <a:off x="3118600" y="3810247"/>
            <a:ext cx="2694296" cy="643764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EB04E4D4-AC36-14DA-B49E-4DA0E07CB369}"/>
              </a:ext>
            </a:extLst>
          </p:cNvPr>
          <p:cNvCxnSpPr>
            <a:cxnSpLocks/>
            <a:stCxn id="107" idx="2"/>
            <a:endCxn id="17" idx="0"/>
          </p:cNvCxnSpPr>
          <p:nvPr/>
        </p:nvCxnSpPr>
        <p:spPr>
          <a:xfrm rot="5400000">
            <a:off x="2771429" y="2740030"/>
            <a:ext cx="1327487" cy="1417388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9A1C3D7-CCFD-F144-9CFC-FAC296F5A852}"/>
              </a:ext>
            </a:extLst>
          </p:cNvPr>
          <p:cNvSpPr/>
          <p:nvPr/>
        </p:nvSpPr>
        <p:spPr>
          <a:xfrm>
            <a:off x="1332550" y="3390950"/>
            <a:ext cx="1059008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EHR Integration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57D43D-2264-D821-F19C-A6936021D0BF}"/>
              </a:ext>
            </a:extLst>
          </p:cNvPr>
          <p:cNvSpPr txBox="1"/>
          <p:nvPr/>
        </p:nvSpPr>
        <p:spPr>
          <a:xfrm>
            <a:off x="4139" y="251335"/>
            <a:ext cx="2737251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Power of the Digital Protocol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0CDE0BD5-70F1-6E02-F204-9A7134441C64}"/>
              </a:ext>
            </a:extLst>
          </p:cNvPr>
          <p:cNvCxnSpPr>
            <a:cxnSpLocks/>
            <a:stCxn id="107" idx="2"/>
            <a:endCxn id="51" idx="0"/>
          </p:cNvCxnSpPr>
          <p:nvPr/>
        </p:nvCxnSpPr>
        <p:spPr>
          <a:xfrm rot="5400000">
            <a:off x="2699976" y="1947059"/>
            <a:ext cx="605969" cy="2281812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725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62A6FC-53B7-BA68-1C65-ABB96FB757F1}"/>
              </a:ext>
            </a:extLst>
          </p:cNvPr>
          <p:cNvSpPr/>
          <p:nvPr/>
        </p:nvSpPr>
        <p:spPr>
          <a:xfrm>
            <a:off x="3526302" y="2387850"/>
            <a:ext cx="1928343" cy="181034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Resource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DE5ACA-2181-3414-5DC4-FB6C2F4FD3DA}"/>
              </a:ext>
            </a:extLst>
          </p:cNvPr>
          <p:cNvSpPr/>
          <p:nvPr/>
        </p:nvSpPr>
        <p:spPr>
          <a:xfrm>
            <a:off x="3774460" y="2821740"/>
            <a:ext cx="1432026" cy="5215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Datatype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0AD4FA-7BAF-C3B6-EB77-192B092F7C11}"/>
              </a:ext>
            </a:extLst>
          </p:cNvPr>
          <p:cNvSpPr/>
          <p:nvPr/>
        </p:nvSpPr>
        <p:spPr>
          <a:xfrm>
            <a:off x="3624863" y="3561822"/>
            <a:ext cx="1680629" cy="5215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Terminology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C027F00-138E-4739-D4CD-ABED55763924}"/>
              </a:ext>
            </a:extLst>
          </p:cNvPr>
          <p:cNvSpPr/>
          <p:nvPr/>
        </p:nvSpPr>
        <p:spPr>
          <a:xfrm>
            <a:off x="5652123" y="2349372"/>
            <a:ext cx="556801" cy="184881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Extension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C83F3C-6C56-6915-E5BA-CF646B6C8590}"/>
              </a:ext>
            </a:extLst>
          </p:cNvPr>
          <p:cNvSpPr/>
          <p:nvPr/>
        </p:nvSpPr>
        <p:spPr>
          <a:xfrm>
            <a:off x="3220528" y="1811547"/>
            <a:ext cx="3266536" cy="26051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Profile</a:t>
            </a:r>
          </a:p>
        </p:txBody>
      </p:sp>
    </p:spTree>
    <p:extLst>
      <p:ext uri="{BB962C8B-B14F-4D97-AF65-F5344CB8AC3E}">
        <p14:creationId xmlns:p14="http://schemas.microsoft.com/office/powerpoint/2010/main" val="2788318173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Vulcan - UDP">
  <a:themeElements>
    <a:clrScheme name="PA Consulting">
      <a:dk1>
        <a:srgbClr val="293947"/>
      </a:dk1>
      <a:lt1>
        <a:srgbClr val="FFFFFF"/>
      </a:lt1>
      <a:dk2>
        <a:srgbClr val="F5F8FA"/>
      </a:dk2>
      <a:lt2>
        <a:srgbClr val="3876BE"/>
      </a:lt2>
      <a:accent1>
        <a:srgbClr val="0C2126"/>
      </a:accent1>
      <a:accent2>
        <a:srgbClr val="293947"/>
      </a:accent2>
      <a:accent3>
        <a:srgbClr val="5D707F"/>
      </a:accent3>
      <a:accent4>
        <a:srgbClr val="9AB1C5"/>
      </a:accent4>
      <a:accent5>
        <a:srgbClr val="C2D6E7"/>
      </a:accent5>
      <a:accent6>
        <a:srgbClr val="E9EFF6"/>
      </a:accent6>
      <a:hlink>
        <a:srgbClr val="293947"/>
      </a:hlink>
      <a:folHlink>
        <a:srgbClr val="29394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40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>
          <a:defRPr sz="1100" dirty="0" err="1" smtClean="0"/>
        </a:defPPr>
      </a:lstStyle>
    </a:txDef>
  </a:objectDefaults>
  <a:extraClrSchemeLst/>
  <a:custClrLst>
    <a:custClr name="Java">
      <a:srgbClr val="49BED8"/>
    </a:custClr>
    <a:custClr name="Keppel">
      <a:srgbClr val="38AFAC"/>
    </a:custClr>
    <a:custClr name="Lime">
      <a:srgbClr val="A5BD35"/>
    </a:custClr>
    <a:custClr name="Apricot">
      <a:srgbClr val="F9B655"/>
    </a:custClr>
    <a:custClr name="Dove">
      <a:srgbClr val="C0BCB4"/>
    </a:custClr>
    <a:custClr name="Rose">
      <a:srgbClr val="F3A8CA"/>
    </a:custClr>
    <a:custClr name="Deluge">
      <a:srgbClr val="7D5E9B"/>
    </a:custClr>
    <a:custClr name="White">
      <a:srgbClr val="FFFFFF"/>
    </a:custClr>
    <a:custClr name="White">
      <a:srgbClr val="FFFFFF"/>
    </a:custClr>
    <a:custClr name="White">
      <a:srgbClr val="FFFFFF"/>
    </a:custClr>
    <a:custClr name="Sky">
      <a:srgbClr val="89CFDF"/>
    </a:custClr>
    <a:custClr name="Glacier">
      <a:srgbClr val="7EC2C4"/>
    </a:custClr>
    <a:custClr name="Tacha">
      <a:srgbClr val="C3D669"/>
    </a:custClr>
    <a:custClr name="Cheroke">
      <a:srgbClr val="FDD69A"/>
    </a:custClr>
    <a:custClr name="Swirl">
      <a:srgbClr val="D5D1C8"/>
    </a:custClr>
    <a:custClr name="Azalea">
      <a:srgbClr val="F8C9DF"/>
    </a:custClr>
    <a:custClr name="Lavender">
      <a:srgbClr val="9988B6"/>
    </a:custClr>
    <a:custClr name="White">
      <a:srgbClr val="FFFFFF"/>
    </a:custClr>
    <a:custClr name="White">
      <a:srgbClr val="FFFFFF"/>
    </a:custClr>
    <a:custClr name="White">
      <a:srgbClr val="FFFFFF"/>
    </a:custClr>
    <a:custClr name="Blue">
      <a:srgbClr val="3E77BC"/>
    </a:custClr>
    <a:custClr name="Lagoon">
      <a:srgbClr val="009E9F"/>
    </a:custClr>
    <a:custClr name="Apple">
      <a:srgbClr val="66A639"/>
    </a:custClr>
    <a:custClr name="Jaffa">
      <a:srgbClr val="F0802D"/>
    </a:custClr>
    <a:custClr name="Sandrift">
      <a:srgbClr val="B49482"/>
    </a:custClr>
    <a:custClr name="Bouquet">
      <a:srgbClr val="BA769E"/>
    </a:custClr>
    <a:custClr name="Minsk">
      <a:srgbClr val="61467F"/>
    </a:custClr>
    <a:custClr name="White">
      <a:srgbClr val="FFFFFF"/>
    </a:custClr>
    <a:custClr name="White">
      <a:srgbClr val="FFFFFF"/>
    </a:custClr>
    <a:custClr name="White">
      <a:srgbClr val="FFFFFF"/>
    </a:custClr>
    <a:custClr name="Chambray">
      <a:srgbClr val="2855A2"/>
    </a:custClr>
    <a:custClr name="Teal">
      <a:srgbClr val="007E81"/>
    </a:custClr>
    <a:custClr name="Fern">
      <a:srgbClr val="558835"/>
    </a:custClr>
    <a:custClr name="Tango">
      <a:srgbClr val="EA560D"/>
    </a:custClr>
    <a:custClr name="Red">
      <a:srgbClr val="D13239"/>
    </a:custClr>
    <a:custClr name="Plum">
      <a:srgbClr val="8C3F82"/>
    </a:custClr>
    <a:custClr name="Jacarta">
      <a:srgbClr val="533071"/>
    </a:custClr>
    <a:custClr name="White">
      <a:srgbClr val="FFFFFF"/>
    </a:custClr>
    <a:custClr name="White">
      <a:srgbClr val="FFFFFF"/>
    </a:custClr>
    <a:custClr name="White">
      <a:srgbClr val="FFFFFF"/>
    </a:custClr>
    <a:custClr name="Biscay">
      <a:srgbClr val="1C376C"/>
    </a:custClr>
    <a:custClr name="Mosque">
      <a:srgbClr val="006A6F"/>
    </a:custClr>
    <a:custClr name="Woodland">
      <a:srgbClr val="385F28"/>
    </a:custClr>
    <a:custClr name="Thunderbird">
      <a:srgbClr val="D14118"/>
    </a:custClr>
    <a:custClr name="Brick">
      <a:srgbClr val="972727"/>
    </a:custClr>
    <a:custClr name="Finn">
      <a:srgbClr val="692C65"/>
    </a:custClr>
    <a:custClr name="Bossanova">
      <a:srgbClr val="3C2754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Vulcan Slide Template v4-Banda.potx" id="{E543D3A1-8399-48E5-939E-CFAB816FC89B}" vid="{2C8131F0-63DA-4B6B-B8C7-396E24768B7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865</TotalTime>
  <Words>551</Words>
  <Application>Microsoft Office PowerPoint</Application>
  <PresentationFormat>Widescreen</PresentationFormat>
  <Paragraphs>116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Arial</vt:lpstr>
      <vt:lpstr>Arial Black</vt:lpstr>
      <vt:lpstr>Calibri</vt:lpstr>
      <vt:lpstr>Calibri Light</vt:lpstr>
      <vt:lpstr>Wingdings</vt:lpstr>
      <vt:lpstr>Office Theme</vt:lpstr>
      <vt:lpstr>Vulcan - UDP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Lloyd McKenzie</dc:creator>
  <cp:lastModifiedBy>Hugh Glover (Vulcan)</cp:lastModifiedBy>
  <cp:revision>13</cp:revision>
  <dcterms:created xsi:type="dcterms:W3CDTF">2019-09-11T17:38:37Z</dcterms:created>
  <dcterms:modified xsi:type="dcterms:W3CDTF">2026-02-03T15:43:07Z</dcterms:modified>
</cp:coreProperties>
</file>